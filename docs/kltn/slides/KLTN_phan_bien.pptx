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17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6"/>
    <p:sldId id="267" r:id="rId5"/>
    <p:sldId id="268" r:id="rId4"/>
    <p:sldId id="269" r:id="rId3"/>
    <p:sldId id="270" r:id="rId2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8EF7D"/>
    <a:srgbClr val="11998E"/>
    <a:srgbClr val="F37335"/>
    <a:srgbClr val="FDC830"/>
    <a:srgbClr val="752A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337" autoAdjust="0"/>
    <p:restoredTop sz="88581"/>
  </p:normalViewPr>
  <p:slideViewPr>
    <p:cSldViewPr snapToGrid="0" snapToObjects="1" showGuides="1">
      <p:cViewPr varScale="1">
        <p:scale>
          <a:sx n="156" d="100"/>
          <a:sy n="156" d="100"/>
        </p:scale>
        <p:origin x="1032" y="19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5.xml"/><Relationship Id="rId3" Type="http://schemas.openxmlformats.org/officeDocument/2006/relationships/slide" Target="slides/slide14.xml"/><Relationship Id="rId4" Type="http://schemas.openxmlformats.org/officeDocument/2006/relationships/slide" Target="slides/slide13.xml"/><Relationship Id="rId5" Type="http://schemas.openxmlformats.org/officeDocument/2006/relationships/slide" Target="slides/slide12.xml"/><Relationship Id="rId6" Type="http://schemas.openxmlformats.org/officeDocument/2006/relationships/slide" Target="slides/slide1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V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DB9C57-9DE0-864D-8892-8E383CD10053}" type="datetimeFigureOut">
              <a:rPr lang="en-VN" smtClean="0"/>
              <a:t>31/3/24</a:t>
            </a:fld>
            <a:endParaRPr lang="en-V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V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72230F-6A15-1C40-B7C8-A7F6E63A524E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2662208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 chào thầy/cô. Em là [tên] cùng [tên] thực hiện khóa luận [tên đề tài] dưới hướng dẫn của [GVHD]. Hôm nay nhóm em trình bày phần phản biện. Đề tài xây dựng trình mô phỏng SoC RISC-V chạy trực tiếp trên trình duyệt, phục vụ giảng dạy Kiến trúc máy tính. CẦN ĐIỀN: tên đề tài, GVHD, họ tên + MSSV.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Báo cáo gồm 4 phần theo mẫu Khoa: tổng quan; giải pháp; kết quả; kết luận–hướng phát triển. Cuối cùng là hỏi đáp và phụ lục. Nói nhanh, đây là slide bản lề.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Khi học KTMT, SV cần THẤY dữ liệu di chuyển trong SoC: từ CPU qua MMU, cache, lên bus, tới bộ nhớ và ngoại vi. RARS/Ripes tốt cho CPU/pipeline nhưng ít trực quan toàn SoC. Spike/gem5 mạnh nhưng cài đặt phức tạp, không chạy trên trình duyệt. Vì vậy cần một công cụ chạy ngay trên web, trực quan toàn SoC.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Nhóm khảo sát RARS, Ripes, QtRvSim, Spike (bảng so sánh ở phụ lục). Đề tài kế thừa, phát triển từ KLTN 2025 của bạn Bảo Ngọc. Điểm mới: chạy 100% trên trình duyệt; trực quan datapath SỐNG (sơ đồ bus động, log đa-module, bảng TLB/cache thời gian thực); tích hợp assembler+CPU+SoC. LƯU Ý: nếu hỏi khác KLTN 2025 chỗ nào, nêu phần mình thực sự làm (TileLink UL/UH + bridge, DMA descriptor/backpressure, MMU+syscall, kiểm chứng 3 lớp). Đừng overclaim.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ĐÂY LÀ SLIDE QUAN TRỌNG NHẤT PHẦN 1 — chủ động rào phạm vi. Nói: nhóm xin nêu rõ phạm vi trung thực ngay từ đầu. RV32IMF là tập con; chưa có CSR/đặc quyền/ngắt nên ngoại vi giao tiếp bằng polling; fence mã hóa nhưng chưa thực thi; FPU chưa đủ FCSR/fflags/frm; TileLink chỉ A/D mức giao dịch; AMOADD.W là RV32A duy nhất giữ theo thống nhất với GVHD; MMU 4KB fully-associative; CAN mức frame, tạm gác. NÊU TRƯỚC để mọi câu hỏi 'đã làm X chưa' được trả lời sẵn.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Đây là kiến trúc tổng thể. Một truy cập CPU đi qua MMU dịch địa chỉ, xuống cache L1 rồi L2, ra TileLink-UH tới bộ nhớ chính. Truy cập ngoại vi rẽ qua cầu nối UH→UL. Bản đồ bộ nhớ: LED 0xFF000000, UART 0x10000000... Mô hình chạy theo chu kỳ; chưa có ngắt nên đồng bộ bằng polling. NẾU HỎI vì sao tách UL/UH: UH cho đường bộ nhớ (burst), UL cho ngoại vi đơn giản, bridge nối hai miền. CHÈN HÌNH fig_3_2.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Assembler hai lượt: lượt 1 thu thập nhãn, lượt 2 sinh mã (xử lý được nhãn tiến). Mở rộng pseudo li/la/call/ret. Điểm tâm đắc: bảng opcode dùng chung trong isa.js cho cả assembler, CPU và tô màu cú pháp → nhất quán 100%. CPU chạy fetch–decode–execute, hỗ trợ I/M/F. NẾU HỎI làm sao chắc assembler đúng: đối chiếu GNU binutils, trình bày ở phần kết quả.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MMU dịch địa chỉ ảo sang vật lý; chưa map thì rơi về identity (VA=PA) để chương trình bare-metal vẫn chạy. TLB 8 entry fully-associative LRU, kiểm quyền R/W/X/cacheable; map/unmap qua syscall. Cache L1 lệnh/dữ liệu 16 set 4 way, L2 64 set 4 way, block 64B, write-through. MMIO non-cacheable, bypass cache. BẪY: test có tlbWays=2 để kiểm LRU nhưng cấu hình SoC THẬT hardcode fully-associative — class tổng quát hơn để kiểm chứng được, production là fully-associative.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TileLink dùng 2 kênh: A mang yêu cầu, D mang phản hồi — mức giao dịch. Cầu nối UH–UL hai chiều. UH hỗ trợ burst nhiều beat (beat lũy thừa 2). DMA lập trình qua descriptor 3 từ (nguồn/đích/cấu hình), 2 FIFO đọc-ghi độc lập, copy RAM–RAM hoặc RAM ra ngoại vi. Điểm xử lý kỹ: backpressure — FIFO phát UART đầy thì DMA giữ giao dịch, không mất byte. SỐ LIỆU MẠNH: trước backpressure gửi 65 byte chỉ ra ~16; sau khi sửa: đủ 65/65, 0 mất.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Các ngoại vi đều ánh xạ bộ nhớ: UART baud qua divisor, LED Matrix 32×32 dạng VRAM, chuột, bàn phím — đọc bằng polling. Giao diện web: trình soạn thảo có gợi ý lệnh, bảng thanh ghi/bộ nhớ, sơ đồ SoC sống, bảng cache/TLB, và bảng log lọc theo từng module. Toàn bộ chạy trực tiếp trên trình duyệt. CHÈN ảnh chụp giao diện.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Nhóm kiểm chứng theo 3 lớp bổ trợ. Lớp 1: unit test từng mô-đun bằng Node. Lớp 2: đối chiếu MÃ HÓA lệnh với GNU binutils trên bộ test ISA chính thức riscv-tests. Lớp 3: đối chiếu THỰC THI trên Spike, mô phỏng tham chiếu của RISC-V. Điểm quan trọng: hai lớp ngoài dùng công cụ và dữ liệu của cộng đồng quốc tế → khách quan, không tự viết test rồi tự đúng. Hình dưới là dashboard tổng quan kết quả (cả 3 lớp đều xanh).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Số liệu: 14/14 script unit đạt, chạy lại 14/06. Đối chiếu GNU binutils trên 61 ELF riscv-tests: 17.978 lệnh trùng khớp, KHÔNG lệnh nào sai; 1.456 lệnh CSR/đặc quyền ngoài phạm vi được bỏ qua có thống kê. Đối chiếu Spike: 61/61 ELF đạt. Cả 3 lớp tái lập ngay trên máy demo — script Node tự gọi sang WSL chạy GNU/Spike. CÂU CHỐT MẠNH: em có thể chạy lại tại chỗ nếu thầy/cô muốn (node test/verify_riscv_tests_spike.mjs).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Kết quả hiển thị thực tế: chương trình tô gradient lên LED 32×32; DMA tự tô một hàng LED trong khi CPU tính song song. UART: DMA đẩy 65 byte, backpressure giữ đủ 65/65, 0 mất. MMU: bảng TLB cập nhật ngay, VA 0x5020 → PA 0x10010020. Sơ đồ SoC: nhiều đường bus sáng đồng thời, badge đếm giao dịch tăng. MẸO DEMO: chạy qua tools/dev_server.py (no-cache); demo vòng lặp vô hạn thì kết thúc bằng Stop; có video dự phòng. CHÈN ảnh/video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Kết luận: hoàn thiện công cụ mô phỏng SoC RISC-V chạy web, trực quan toàn datapath, kiểm chứng 3 lớp với công cụ chuẩn quốc tế — 0 sai về mã hóa lẫn thực thi trong phạm vi. Đóng góp: công cụ dạy/học KTMT &amp; HĐH, mã nguồn mở. Hạn chế nêu THẲNG: chưa có ngắt/CSR/đặc quyền; bus chưa coherence; FPU chưa đủ rounding-mode. Chủ động nêu hạn chế &gt; bị động — giảng viên phản biện đánh giá cao sự thành thật.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Hướng phát triển: thêm ngắt và chế độ đặc quyền/CSR; mở rộng TileLink (B/C/E, coherence, đa master); hoàn thiện FPU và mở rộng CAN; trực quan hóa pipeline và bổ sung benchmark định lượng.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Phân công: [tên] phụ trách [các phần], [tên] phụ trách [các phần], theo tiến độ từng giai đoạn (Bảng 1.3). Tài liệu tham khảo: đặc tả RISC-V ISA, TileLink, riscv-tests, Spike, M_CAN. SLIDE NÀY phục vụ tiêu chí LO7 — đừng bỏ. CẦN ĐIỀN bảng phân công thật.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Phần trình bày đến đây là hết. Em cảm ơn thầy/cô đã lắng nghe và rất mong nhận được câu hỏi, góp ý để hoàn thiện trước buổi bảo vệ.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TileLink vs AXI/Wishbone: mở, phân tầng (UL đơn giản/UH burst), kênh A/D đủ minh họa giáo dục, không phức tạp như AXI 5 kênh. Polling vì chưa hiện thực IRQ/CSR — lựa chọn thiết kế đã nêu, nằm trong hướng phát triển. fcvt 6.5→7 vì chưa có FCSR/frm (mặc định làm tròn) — hạn chế đã biết. a0≠0 ở dma_demo/bus_demo/mmu_syscall_test/test_cache là DỮ LIỆU, không phải lỗi. MMU class hỗ trợ set/way để kiểm LRU, SoC production fully-associative. GNU/Spike đáng tin vì là công cụ + dữ liệu chuẩn của cộng đồng quốc tế. (Chi tiết đầy đủ 12 câu trong docs/kltn/ghi_chu_slide_phan_bien.md.)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5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0719B2E-DC3C-7989-BF9C-E418B1F120BA}"/>
              </a:ext>
            </a:extLst>
          </p:cNvPr>
          <p:cNvSpPr/>
          <p:nvPr userDrawn="1"/>
        </p:nvSpPr>
        <p:spPr>
          <a:xfrm>
            <a:off x="-24143" y="0"/>
            <a:ext cx="633743" cy="6858000"/>
          </a:xfrm>
          <a:prstGeom prst="rect">
            <a:avLst/>
          </a:prstGeom>
          <a:gradFill>
            <a:gsLst>
              <a:gs pos="0">
                <a:schemeClr val="accent3">
                  <a:lumMod val="75000"/>
                </a:schemeClr>
              </a:gs>
              <a:gs pos="100000">
                <a:schemeClr val="accent4">
                  <a:lumMod val="75000"/>
                </a:schemeClr>
              </a:gs>
            </a:gsLst>
            <a:lin ang="5400000" scaled="1"/>
          </a:gra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F8ED77-1B03-1740-9FA5-C31B68B30520}"/>
              </a:ext>
            </a:extLst>
          </p:cNvPr>
          <p:cNvSpPr/>
          <p:nvPr userDrawn="1"/>
        </p:nvSpPr>
        <p:spPr>
          <a:xfrm flipV="1">
            <a:off x="-31247" y="0"/>
            <a:ext cx="633743" cy="6858000"/>
          </a:xfrm>
          <a:prstGeom prst="rect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6A63ACE-37E2-79AD-3312-2CAEC1D54166}"/>
              </a:ext>
            </a:extLst>
          </p:cNvPr>
          <p:cNvSpPr txBox="1"/>
          <p:nvPr userDrawn="1"/>
        </p:nvSpPr>
        <p:spPr>
          <a:xfrm rot="16200000">
            <a:off x="-1800908" y="4465666"/>
            <a:ext cx="41730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sz="1600" b="1" dirty="0">
                <a:solidFill>
                  <a:schemeClr val="bg1"/>
                </a:solidFill>
              </a:rPr>
              <a:t>FACULTY OF COMPUTER ENGINEERING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923591"/>
            <a:ext cx="9144000" cy="2387600"/>
          </a:xfrm>
          <a:prstGeom prst="roundRect">
            <a:avLst>
              <a:gd name="adj" fmla="val 3901"/>
            </a:avLst>
          </a:prstGeom>
          <a:noFill/>
          <a:ln w="25400">
            <a:gradFill>
              <a:gsLst>
                <a:gs pos="0">
                  <a:schemeClr val="accent3">
                    <a:lumMod val="75000"/>
                  </a:schemeClr>
                </a:gs>
                <a:gs pos="100000">
                  <a:schemeClr val="accent4">
                    <a:lumMod val="75000"/>
                  </a:schemeClr>
                </a:gs>
              </a:gsLst>
              <a:lin ang="5400000" scaled="1"/>
            </a:gradFill>
          </a:ln>
        </p:spPr>
        <p:txBody>
          <a:bodyPr anchor="ctr"/>
          <a:lstStyle>
            <a:lvl1pPr algn="ctr">
              <a:defRPr sz="6000" b="1">
                <a:gradFill flip="none" rotWithShape="1">
                  <a:gsLst>
                    <a:gs pos="0">
                      <a:srgbClr val="11998E"/>
                    </a:gs>
                    <a:gs pos="100000">
                      <a:srgbClr val="38EF7D"/>
                    </a:gs>
                  </a:gsLst>
                  <a:lin ang="16200000" scaled="1"/>
                  <a:tileRect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03D80-2A77-FF40-B2F3-C1B60766027B}" type="datetime3">
              <a:rPr lang="en-US" smtClean="0"/>
              <a:t>31 March 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Copyrights 2024 CE-UIT. All Rights Reserved.</a:t>
            </a:r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EC394D7-1EFF-FAA3-89F8-A3FE670BE2B5}"/>
              </a:ext>
            </a:extLst>
          </p:cNvPr>
          <p:cNvGrpSpPr/>
          <p:nvPr userDrawn="1"/>
        </p:nvGrpSpPr>
        <p:grpSpPr>
          <a:xfrm>
            <a:off x="11508226" y="243069"/>
            <a:ext cx="546132" cy="546132"/>
            <a:chOff x="11082048" y="197383"/>
            <a:chExt cx="486579" cy="486579"/>
          </a:xfrm>
          <a:gradFill>
            <a:gsLst>
              <a:gs pos="0">
                <a:srgbClr val="38EF7D">
                  <a:alpha val="65273"/>
                </a:srgbClr>
              </a:gs>
              <a:gs pos="100000">
                <a:srgbClr val="11998E">
                  <a:alpha val="65000"/>
                </a:srgbClr>
              </a:gs>
            </a:gsLst>
            <a:lin ang="2700000" scaled="1"/>
          </a:gradFill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3358F1D4-800B-8791-DFC5-8A5607735CCD}"/>
                </a:ext>
              </a:extLst>
            </p:cNvPr>
            <p:cNvSpPr/>
            <p:nvPr userDrawn="1"/>
          </p:nvSpPr>
          <p:spPr>
            <a:xfrm>
              <a:off x="11082048" y="197383"/>
              <a:ext cx="486579" cy="48657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B20D358D-A251-F06A-7DC9-D456AA169459}"/>
                </a:ext>
              </a:extLst>
            </p:cNvPr>
            <p:cNvSpPr/>
            <p:nvPr userDrawn="1"/>
          </p:nvSpPr>
          <p:spPr>
            <a:xfrm>
              <a:off x="11215170" y="330505"/>
              <a:ext cx="220337" cy="2203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2568A42A-7730-4E7F-BB19-5F94929B0802}"/>
              </a:ext>
            </a:extLst>
          </p:cNvPr>
          <p:cNvGrpSpPr/>
          <p:nvPr userDrawn="1"/>
        </p:nvGrpSpPr>
        <p:grpSpPr>
          <a:xfrm>
            <a:off x="4479985" y="131938"/>
            <a:ext cx="3232030" cy="768394"/>
            <a:chOff x="4280055" y="84406"/>
            <a:chExt cx="3631889" cy="863458"/>
          </a:xfrm>
        </p:grpSpPr>
        <p:sp>
          <p:nvSpPr>
            <p:cNvPr id="23" name="Rounded Rectangle 22">
              <a:extLst>
                <a:ext uri="{FF2B5EF4-FFF2-40B4-BE49-F238E27FC236}">
                  <a16:creationId xmlns:a16="http://schemas.microsoft.com/office/drawing/2014/main" id="{2DB618A9-33C1-376A-428B-F9CC7F7D80AF}"/>
                </a:ext>
              </a:extLst>
            </p:cNvPr>
            <p:cNvSpPr/>
            <p:nvPr userDrawn="1"/>
          </p:nvSpPr>
          <p:spPr>
            <a:xfrm>
              <a:off x="4280055" y="155868"/>
              <a:ext cx="3631889" cy="71764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0" scaled="1"/>
              <a:tileRect/>
            </a:gradFill>
            <a:ln>
              <a:noFill/>
            </a:ln>
            <a:effectLst>
              <a:softEdge rad="508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sp>
          <p:nvSpPr>
            <p:cNvPr id="22" name="Rounded Rectangle 21">
              <a:extLst>
                <a:ext uri="{FF2B5EF4-FFF2-40B4-BE49-F238E27FC236}">
                  <a16:creationId xmlns:a16="http://schemas.microsoft.com/office/drawing/2014/main" id="{CB65CCD6-D2F8-CF1A-F92C-147178B9AE40}"/>
                </a:ext>
              </a:extLst>
            </p:cNvPr>
            <p:cNvSpPr/>
            <p:nvPr userDrawn="1"/>
          </p:nvSpPr>
          <p:spPr>
            <a:xfrm>
              <a:off x="4345594" y="214327"/>
              <a:ext cx="3500812" cy="600721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pic>
          <p:nvPicPr>
            <p:cNvPr id="18" name="Picture 17" descr="Icon&#10;&#10;Description automatically generated with medium confidence">
              <a:extLst>
                <a:ext uri="{FF2B5EF4-FFF2-40B4-BE49-F238E27FC236}">
                  <a16:creationId xmlns:a16="http://schemas.microsoft.com/office/drawing/2014/main" id="{0E79988A-FC21-2FFF-EC33-6DB4853FB1E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315084" y="84406"/>
              <a:ext cx="871486" cy="863458"/>
            </a:xfrm>
            <a:prstGeom prst="rect">
              <a:avLst/>
            </a:prstGeom>
          </p:spPr>
        </p:pic>
        <p:pic>
          <p:nvPicPr>
            <p:cNvPr id="20" name="Picture 19" descr="A picture containing clipart, vector graphics&#10;&#10;Description automatically generated">
              <a:extLst>
                <a:ext uri="{FF2B5EF4-FFF2-40B4-BE49-F238E27FC236}">
                  <a16:creationId xmlns:a16="http://schemas.microsoft.com/office/drawing/2014/main" id="{1E57E620-C26D-491A-ECBF-0FCA22233EB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005430" y="111027"/>
              <a:ext cx="979518" cy="810216"/>
            </a:xfrm>
            <a:prstGeom prst="rect">
              <a:avLst/>
            </a:prstGeom>
          </p:spPr>
        </p:pic>
      </p:grpSp>
      <p:sp>
        <p:nvSpPr>
          <p:cNvPr id="49" name="Text Placeholder 48">
            <a:extLst>
              <a:ext uri="{FF2B5EF4-FFF2-40B4-BE49-F238E27FC236}">
                <a16:creationId xmlns:a16="http://schemas.microsoft.com/office/drawing/2014/main" id="{269B9A8A-4866-4619-F199-78B53536095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24000" y="5542055"/>
            <a:ext cx="9144000" cy="51911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 i="1"/>
            </a:lvl1pPr>
          </a:lstStyle>
          <a:p>
            <a:pPr lvl="0"/>
            <a:r>
              <a:rPr lang="en-VN" dirty="0"/>
              <a:t>Địa điểm, Ngày Tháng Năm</a:t>
            </a:r>
          </a:p>
        </p:txBody>
      </p:sp>
      <p:sp>
        <p:nvSpPr>
          <p:cNvPr id="51" name="Text Placeholder 50">
            <a:extLst>
              <a:ext uri="{FF2B5EF4-FFF2-40B4-BE49-F238E27FC236}">
                <a16:creationId xmlns:a16="http://schemas.microsoft.com/office/drawing/2014/main" id="{2A9389A2-74BD-31C8-FDCD-6A93E9D759B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30283" y="1550070"/>
            <a:ext cx="2365717" cy="381000"/>
          </a:xfrm>
          <a:prstGeom prst="roundRect">
            <a:avLst>
              <a:gd name="adj" fmla="val 8146"/>
            </a:avLst>
          </a:prstGeom>
          <a:gradFill flip="none" rotWithShape="1">
            <a:gsLst>
              <a:gs pos="100000">
                <a:schemeClr val="accent3">
                  <a:lumMod val="75000"/>
                </a:schemeClr>
              </a:gs>
              <a:gs pos="0">
                <a:schemeClr val="accent4">
                  <a:lumMod val="75000"/>
                </a:schemeClr>
              </a:gs>
            </a:gsLst>
            <a:lin ang="2700000" scaled="1"/>
            <a:tileRect/>
          </a:gradFill>
          <a:effectLst>
            <a:innerShdw blurRad="127000">
              <a:schemeClr val="bg1">
                <a:alpha val="80000"/>
              </a:schemeClr>
            </a:innerShdw>
          </a:effectLst>
        </p:spPr>
        <p:txBody>
          <a:bodyPr vert="horz" lIns="91440" tIns="45720" rIns="91440" bIns="45720" rtlCol="0" anchor="ctr">
            <a:noAutofit/>
          </a:bodyPr>
          <a:lstStyle>
            <a:lvl1pPr>
              <a:defRPr lang="en-VN" sz="1600" b="1" dirty="0">
                <a:solidFill>
                  <a:schemeClr val="bg1"/>
                </a:solidFill>
              </a:defRPr>
            </a:lvl1pPr>
          </a:lstStyle>
          <a:p>
            <a:pPr marL="0" lvl="0" indent="0">
              <a:buNone/>
            </a:pPr>
            <a:r>
              <a:rPr lang="en-VN" dirty="0"/>
              <a:t>Loại trình bày</a:t>
            </a:r>
          </a:p>
        </p:txBody>
      </p:sp>
      <p:sp>
        <p:nvSpPr>
          <p:cNvPr id="52" name="Text Placeholder 50">
            <a:extLst>
              <a:ext uri="{FF2B5EF4-FFF2-40B4-BE49-F238E27FC236}">
                <a16:creationId xmlns:a16="http://schemas.microsoft.com/office/drawing/2014/main" id="{11F19A4B-2FBF-1F37-52BA-2EEAE4CA8E7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6000" y="4309683"/>
            <a:ext cx="3388242" cy="381000"/>
          </a:xfrm>
          <a:prstGeom prst="roundRect">
            <a:avLst>
              <a:gd name="adj" fmla="val 8146"/>
            </a:avLst>
          </a:prstGeom>
          <a:gradFill flip="none" rotWithShape="1">
            <a:gsLst>
              <a:gs pos="100000">
                <a:schemeClr val="accent3">
                  <a:lumMod val="75000"/>
                </a:schemeClr>
              </a:gs>
              <a:gs pos="0">
                <a:schemeClr val="accent4">
                  <a:lumMod val="75000"/>
                </a:schemeClr>
              </a:gs>
            </a:gsLst>
            <a:lin ang="2700000" scaled="1"/>
            <a:tileRect/>
          </a:gradFill>
          <a:effectLst>
            <a:innerShdw blurRad="127000">
              <a:schemeClr val="bg1">
                <a:alpha val="80000"/>
              </a:schemeClr>
            </a:innerShdw>
          </a:effectLst>
        </p:spPr>
        <p:txBody>
          <a:bodyPr vert="horz" lIns="91440" tIns="45720" rIns="91440" bIns="45720" rtlCol="0" anchor="ctr">
            <a:noAutofit/>
          </a:bodyPr>
          <a:lstStyle>
            <a:lvl1pPr>
              <a:defRPr lang="en-VN" sz="1600" b="1" dirty="0">
                <a:solidFill>
                  <a:schemeClr val="bg1"/>
                </a:solidFill>
              </a:defRPr>
            </a:lvl1pPr>
          </a:lstStyle>
          <a:p>
            <a:pPr marL="0" lvl="0" indent="0">
              <a:buNone/>
            </a:pPr>
            <a:r>
              <a:rPr lang="en-VN" dirty="0"/>
              <a:t>Trình bày: …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09692" y="333573"/>
            <a:ext cx="2743200" cy="365125"/>
          </a:xfrm>
        </p:spPr>
        <p:txBody>
          <a:bodyPr/>
          <a:lstStyle>
            <a:lvl1pPr algn="ctr">
              <a:defRPr b="1"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3" name="Freeform 52">
            <a:extLst>
              <a:ext uri="{FF2B5EF4-FFF2-40B4-BE49-F238E27FC236}">
                <a16:creationId xmlns:a16="http://schemas.microsoft.com/office/drawing/2014/main" id="{19DDC379-1E06-2848-14F1-C16A9CCE4619}"/>
              </a:ext>
            </a:extLst>
          </p:cNvPr>
          <p:cNvSpPr/>
          <p:nvPr userDrawn="1"/>
        </p:nvSpPr>
        <p:spPr>
          <a:xfrm>
            <a:off x="0" y="1418"/>
            <a:ext cx="12194479" cy="6863661"/>
          </a:xfrm>
          <a:custGeom>
            <a:avLst/>
            <a:gdLst>
              <a:gd name="connsiteX0" fmla="*/ 0 w 12194479"/>
              <a:gd name="connsiteY0" fmla="*/ 6598375 h 6863661"/>
              <a:gd name="connsiteX1" fmla="*/ 262456 w 12194479"/>
              <a:gd name="connsiteY1" fmla="*/ 6860831 h 6863661"/>
              <a:gd name="connsiteX2" fmla="*/ 11932023 w 12194479"/>
              <a:gd name="connsiteY2" fmla="*/ 6860831 h 6863661"/>
              <a:gd name="connsiteX3" fmla="*/ 12194479 w 12194479"/>
              <a:gd name="connsiteY3" fmla="*/ 6598375 h 6863661"/>
              <a:gd name="connsiteX4" fmla="*/ 12194479 w 12194479"/>
              <a:gd name="connsiteY4" fmla="*/ 6863661 h 6863661"/>
              <a:gd name="connsiteX5" fmla="*/ 0 w 12194479"/>
              <a:gd name="connsiteY5" fmla="*/ 6863661 h 6863661"/>
              <a:gd name="connsiteX6" fmla="*/ 0 w 12194479"/>
              <a:gd name="connsiteY6" fmla="*/ 0 h 6863661"/>
              <a:gd name="connsiteX7" fmla="*/ 12194479 w 12194479"/>
              <a:gd name="connsiteY7" fmla="*/ 0 h 6863661"/>
              <a:gd name="connsiteX8" fmla="*/ 12194479 w 12194479"/>
              <a:gd name="connsiteY8" fmla="*/ 265287 h 6863661"/>
              <a:gd name="connsiteX9" fmla="*/ 11932023 w 12194479"/>
              <a:gd name="connsiteY9" fmla="*/ 2831 h 6863661"/>
              <a:gd name="connsiteX10" fmla="*/ 262456 w 12194479"/>
              <a:gd name="connsiteY10" fmla="*/ 2831 h 6863661"/>
              <a:gd name="connsiteX11" fmla="*/ 0 w 12194479"/>
              <a:gd name="connsiteY11" fmla="*/ 265287 h 6863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4479" h="6863661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236403" y="6356350"/>
            <a:ext cx="2743200" cy="365125"/>
          </a:xfrm>
        </p:spPr>
        <p:txBody>
          <a:bodyPr/>
          <a:lstStyle/>
          <a:p>
            <a:fld id="{ACF17CAC-8297-FC4A-82FA-F61255D7A70E}" type="datetime3">
              <a:rPr lang="en-US" smtClean="0"/>
              <a:t>31 March 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232650" y="6356350"/>
            <a:ext cx="4114800" cy="365125"/>
          </a:xfrm>
        </p:spPr>
        <p:txBody>
          <a:bodyPr/>
          <a:lstStyle/>
          <a:p>
            <a:r>
              <a:rPr lang="en-US"/>
              <a:t>Copyrights 2024 CE-UIT. All Rights Reserved.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742C0F1-5644-4389-360B-5397956CD38A}"/>
              </a:ext>
            </a:extLst>
          </p:cNvPr>
          <p:cNvSpPr/>
          <p:nvPr userDrawn="1"/>
        </p:nvSpPr>
        <p:spPr>
          <a:xfrm>
            <a:off x="-24143" y="0"/>
            <a:ext cx="4056393" cy="6858000"/>
          </a:xfrm>
          <a:prstGeom prst="rect">
            <a:avLst/>
          </a:prstGeom>
          <a:gradFill>
            <a:gsLst>
              <a:gs pos="0">
                <a:srgbClr val="38EF7D"/>
              </a:gs>
              <a:gs pos="100000">
                <a:srgbClr val="11998E"/>
              </a:gs>
            </a:gsLst>
            <a:lin ang="5400000" scaled="1"/>
          </a:gra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71B0644-6BE5-3A17-CB9E-03CC0ADBCAC3}"/>
              </a:ext>
            </a:extLst>
          </p:cNvPr>
          <p:cNvSpPr/>
          <p:nvPr userDrawn="1"/>
        </p:nvSpPr>
        <p:spPr>
          <a:xfrm flipV="1">
            <a:off x="-31247" y="0"/>
            <a:ext cx="1804783" cy="6858000"/>
          </a:xfrm>
          <a:prstGeom prst="rect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1CABA6-14B3-43D2-ED89-BD749E5AF92A}"/>
              </a:ext>
            </a:extLst>
          </p:cNvPr>
          <p:cNvSpPr txBox="1"/>
          <p:nvPr userDrawn="1"/>
        </p:nvSpPr>
        <p:spPr>
          <a:xfrm rot="16200000">
            <a:off x="-1800908" y="4465666"/>
            <a:ext cx="41730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sz="1600" b="1" dirty="0">
                <a:solidFill>
                  <a:schemeClr val="bg1"/>
                </a:solidFill>
              </a:rPr>
              <a:t>FACULTY OF COMPUTER ENGINEERING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6CA6459-D804-2D1E-9BE6-04D9777C2161}"/>
              </a:ext>
            </a:extLst>
          </p:cNvPr>
          <p:cNvGrpSpPr/>
          <p:nvPr userDrawn="1"/>
        </p:nvGrpSpPr>
        <p:grpSpPr>
          <a:xfrm>
            <a:off x="4479985" y="131938"/>
            <a:ext cx="3232030" cy="768394"/>
            <a:chOff x="4280055" y="84406"/>
            <a:chExt cx="3631889" cy="863458"/>
          </a:xfrm>
        </p:grpSpPr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55D6C41E-6B27-7E5A-648B-DD401B12DFC5}"/>
                </a:ext>
              </a:extLst>
            </p:cNvPr>
            <p:cNvSpPr/>
            <p:nvPr userDrawn="1"/>
          </p:nvSpPr>
          <p:spPr>
            <a:xfrm>
              <a:off x="4280055" y="155868"/>
              <a:ext cx="3631889" cy="71764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0" scaled="1"/>
              <a:tileRect/>
            </a:gradFill>
            <a:ln>
              <a:noFill/>
            </a:ln>
            <a:effectLst>
              <a:softEdge rad="508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B567EB7E-D89E-FE6D-1F1D-A9C48547288A}"/>
                </a:ext>
              </a:extLst>
            </p:cNvPr>
            <p:cNvSpPr/>
            <p:nvPr userDrawn="1"/>
          </p:nvSpPr>
          <p:spPr>
            <a:xfrm>
              <a:off x="4345594" y="214327"/>
              <a:ext cx="3500812" cy="600721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pic>
          <p:nvPicPr>
            <p:cNvPr id="15" name="Picture 14" descr="Icon&#10;&#10;Description automatically generated with medium confidence">
              <a:extLst>
                <a:ext uri="{FF2B5EF4-FFF2-40B4-BE49-F238E27FC236}">
                  <a16:creationId xmlns:a16="http://schemas.microsoft.com/office/drawing/2014/main" id="{49BDC9CC-F359-3B37-10BB-43B88207358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315084" y="84406"/>
              <a:ext cx="871486" cy="863458"/>
            </a:xfrm>
            <a:prstGeom prst="rect">
              <a:avLst/>
            </a:prstGeom>
          </p:spPr>
        </p:pic>
        <p:pic>
          <p:nvPicPr>
            <p:cNvPr id="16" name="Picture 15" descr="A picture containing clipart, vector graphics&#10;&#10;Description automatically generated">
              <a:extLst>
                <a:ext uri="{FF2B5EF4-FFF2-40B4-BE49-F238E27FC236}">
                  <a16:creationId xmlns:a16="http://schemas.microsoft.com/office/drawing/2014/main" id="{D9063C0E-6124-70AB-5990-6A8D28B5DA3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005430" y="111027"/>
              <a:ext cx="979518" cy="810216"/>
            </a:xfrm>
            <a:prstGeom prst="rect">
              <a:avLst/>
            </a:prstGeom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B48FC94-0045-6DC4-777D-4F5E40C1D399}"/>
              </a:ext>
            </a:extLst>
          </p:cNvPr>
          <p:cNvGrpSpPr/>
          <p:nvPr userDrawn="1"/>
        </p:nvGrpSpPr>
        <p:grpSpPr>
          <a:xfrm>
            <a:off x="11508226" y="243069"/>
            <a:ext cx="546132" cy="546132"/>
            <a:chOff x="11082048" y="197383"/>
            <a:chExt cx="486579" cy="486579"/>
          </a:xfrm>
          <a:gradFill>
            <a:gsLst>
              <a:gs pos="0">
                <a:srgbClr val="38EF7D">
                  <a:alpha val="65273"/>
                </a:srgbClr>
              </a:gs>
              <a:gs pos="100000">
                <a:srgbClr val="11998E">
                  <a:alpha val="65000"/>
                </a:srgbClr>
              </a:gs>
            </a:gsLst>
            <a:lin ang="2700000" scaled="1"/>
          </a:gra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19120F02-27FC-FEC5-707D-FDA64409C1B6}"/>
                </a:ext>
              </a:extLst>
            </p:cNvPr>
            <p:cNvSpPr/>
            <p:nvPr userDrawn="1"/>
          </p:nvSpPr>
          <p:spPr>
            <a:xfrm>
              <a:off x="11082048" y="197383"/>
              <a:ext cx="486579" cy="48657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73BF5235-1626-C61A-115C-C67CC9015074}"/>
                </a:ext>
              </a:extLst>
            </p:cNvPr>
            <p:cNvSpPr/>
            <p:nvPr userDrawn="1"/>
          </p:nvSpPr>
          <p:spPr>
            <a:xfrm>
              <a:off x="11215170" y="330505"/>
              <a:ext cx="220337" cy="2203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09692" y="332284"/>
            <a:ext cx="2743200" cy="365125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AA5FA796-6DE2-7146-15EE-C9B175F7F587}"/>
              </a:ext>
            </a:extLst>
          </p:cNvPr>
          <p:cNvSpPr/>
          <p:nvPr userDrawn="1"/>
        </p:nvSpPr>
        <p:spPr>
          <a:xfrm>
            <a:off x="1136821" y="1450428"/>
            <a:ext cx="10210628" cy="4289654"/>
          </a:xfrm>
          <a:prstGeom prst="roundRect">
            <a:avLst>
              <a:gd name="adj" fmla="val 2701"/>
            </a:avLst>
          </a:prstGeom>
          <a:blipFill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2388E92E-709B-64D5-4BEC-56AE8C45F3A5}"/>
              </a:ext>
            </a:extLst>
          </p:cNvPr>
          <p:cNvSpPr/>
          <p:nvPr userDrawn="1"/>
        </p:nvSpPr>
        <p:spPr>
          <a:xfrm>
            <a:off x="1136821" y="1450428"/>
            <a:ext cx="10210628" cy="4289654"/>
          </a:xfrm>
          <a:prstGeom prst="roundRect">
            <a:avLst>
              <a:gd name="adj" fmla="val 2701"/>
            </a:avLst>
          </a:prstGeom>
          <a:gradFill>
            <a:gsLst>
              <a:gs pos="0">
                <a:srgbClr val="38EF7D">
                  <a:alpha val="40000"/>
                </a:srgbClr>
              </a:gs>
              <a:gs pos="100000">
                <a:srgbClr val="11998E">
                  <a:alpha val="40000"/>
                </a:srgbClr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3362" y="2425382"/>
            <a:ext cx="9177548" cy="1505953"/>
          </a:xfrm>
          <a:prstGeom prst="rect">
            <a:avLst/>
          </a:prstGeom>
          <a:noFill/>
          <a:ln w="12700">
            <a:noFill/>
          </a:ln>
          <a:effectLst/>
        </p:spPr>
        <p:txBody>
          <a:bodyPr anchor="ctr">
            <a:normAutofit/>
          </a:bodyPr>
          <a:lstStyle>
            <a:lvl1pPr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53362" y="4108231"/>
            <a:ext cx="5564835" cy="741925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Content Placeholder 24">
            <a:extLst>
              <a:ext uri="{FF2B5EF4-FFF2-40B4-BE49-F238E27FC236}">
                <a16:creationId xmlns:a16="http://schemas.microsoft.com/office/drawing/2014/main" id="{4340540A-BFD6-C001-24D2-E0A446DCF91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653362" y="561276"/>
            <a:ext cx="2052637" cy="1785937"/>
          </a:xfrm>
        </p:spPr>
        <p:txBody>
          <a:bodyPr>
            <a:noAutofit/>
          </a:bodyPr>
          <a:lstStyle>
            <a:lvl1pPr marL="0" indent="0">
              <a:buNone/>
              <a:defRPr sz="11500" b="1">
                <a:solidFill>
                  <a:schemeClr val="bg1">
                    <a:alpha val="65236"/>
                  </a:schemeClr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pPr lvl="0"/>
            <a:r>
              <a:rPr lang="en-VN" dirty="0"/>
              <a:t>01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3801A917-2F30-C5E0-9749-96D2AA3258C3}"/>
              </a:ext>
            </a:extLst>
          </p:cNvPr>
          <p:cNvSpPr/>
          <p:nvPr userDrawn="1"/>
        </p:nvSpPr>
        <p:spPr>
          <a:xfrm>
            <a:off x="0" y="1418"/>
            <a:ext cx="12194479" cy="6863661"/>
          </a:xfrm>
          <a:custGeom>
            <a:avLst/>
            <a:gdLst>
              <a:gd name="connsiteX0" fmla="*/ 0 w 12194479"/>
              <a:gd name="connsiteY0" fmla="*/ 6598375 h 6863661"/>
              <a:gd name="connsiteX1" fmla="*/ 262456 w 12194479"/>
              <a:gd name="connsiteY1" fmla="*/ 6860831 h 6863661"/>
              <a:gd name="connsiteX2" fmla="*/ 11932023 w 12194479"/>
              <a:gd name="connsiteY2" fmla="*/ 6860831 h 6863661"/>
              <a:gd name="connsiteX3" fmla="*/ 12194479 w 12194479"/>
              <a:gd name="connsiteY3" fmla="*/ 6598375 h 6863661"/>
              <a:gd name="connsiteX4" fmla="*/ 12194479 w 12194479"/>
              <a:gd name="connsiteY4" fmla="*/ 6863661 h 6863661"/>
              <a:gd name="connsiteX5" fmla="*/ 0 w 12194479"/>
              <a:gd name="connsiteY5" fmla="*/ 6863661 h 6863661"/>
              <a:gd name="connsiteX6" fmla="*/ 0 w 12194479"/>
              <a:gd name="connsiteY6" fmla="*/ 0 h 6863661"/>
              <a:gd name="connsiteX7" fmla="*/ 12194479 w 12194479"/>
              <a:gd name="connsiteY7" fmla="*/ 0 h 6863661"/>
              <a:gd name="connsiteX8" fmla="*/ 12194479 w 12194479"/>
              <a:gd name="connsiteY8" fmla="*/ 265287 h 6863661"/>
              <a:gd name="connsiteX9" fmla="*/ 11932023 w 12194479"/>
              <a:gd name="connsiteY9" fmla="*/ 2831 h 6863661"/>
              <a:gd name="connsiteX10" fmla="*/ 262456 w 12194479"/>
              <a:gd name="connsiteY10" fmla="*/ 2831 h 6863661"/>
              <a:gd name="connsiteX11" fmla="*/ 0 w 12194479"/>
              <a:gd name="connsiteY11" fmla="*/ 265287 h 6863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4479" h="6863661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6000" y="1036767"/>
            <a:ext cx="10980000" cy="890663"/>
          </a:xfrm>
        </p:spPr>
        <p:txBody>
          <a:bodyPr/>
          <a:lstStyle>
            <a:lvl1pPr marL="0" indent="0">
              <a:buFont typeface="+mj-lt"/>
              <a:buNone/>
              <a:defRPr b="1">
                <a:gradFill flip="none" rotWithShape="1">
                  <a:gsLst>
                    <a:gs pos="0">
                      <a:schemeClr val="accent4">
                        <a:lumMod val="75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16200000" scaled="1"/>
                  <a:tileRect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6000" y="2020279"/>
            <a:ext cx="10980000" cy="4156684"/>
          </a:xfrm>
        </p:spPr>
        <p:txBody>
          <a:bodyPr/>
          <a:lstStyle>
            <a:lvl1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lvl1pPr>
            <a:lvl2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lvl2pPr>
            <a:lvl3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lvl3pPr>
            <a:lvl4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lvl4pPr>
            <a:lvl5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33164" y="6356350"/>
            <a:ext cx="2743200" cy="365125"/>
          </a:xfrm>
        </p:spPr>
        <p:txBody>
          <a:bodyPr/>
          <a:lstStyle/>
          <a:p>
            <a:fld id="{A4B08D6D-E5AB-054C-8BBA-2EAE96362CB2}" type="datetime3">
              <a:rPr lang="en-US" smtClean="0"/>
              <a:t>31 March 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233564" y="6356350"/>
            <a:ext cx="4114800" cy="365125"/>
          </a:xfrm>
        </p:spPr>
        <p:txBody>
          <a:bodyPr/>
          <a:lstStyle/>
          <a:p>
            <a:r>
              <a:rPr lang="en-US"/>
              <a:t>Copyrights 2024 CE-UIT. All Rights Reserved.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07F0F65-AD9D-F4EF-651A-F8557E5CEDEF}"/>
              </a:ext>
            </a:extLst>
          </p:cNvPr>
          <p:cNvSpPr/>
          <p:nvPr userDrawn="1"/>
        </p:nvSpPr>
        <p:spPr>
          <a:xfrm rot="5400000">
            <a:off x="5778985" y="-5780045"/>
            <a:ext cx="631552" cy="12194479"/>
          </a:xfrm>
          <a:prstGeom prst="rect">
            <a:avLst/>
          </a:prstGeom>
          <a:gradFill>
            <a:gsLst>
              <a:gs pos="0">
                <a:schemeClr val="accent3">
                  <a:lumMod val="75000"/>
                </a:schemeClr>
              </a:gs>
              <a:gs pos="100000">
                <a:schemeClr val="accent4">
                  <a:lumMod val="75000"/>
                </a:schemeClr>
              </a:gs>
            </a:gsLst>
            <a:lin ang="5400000" scaled="1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6792619-8016-D1B1-D5B6-0463FC873115}"/>
              </a:ext>
            </a:extLst>
          </p:cNvPr>
          <p:cNvSpPr/>
          <p:nvPr userDrawn="1"/>
        </p:nvSpPr>
        <p:spPr>
          <a:xfrm rot="5400000" flipV="1">
            <a:off x="5780224" y="-5781463"/>
            <a:ext cx="631552" cy="12194479"/>
          </a:xfrm>
          <a:prstGeom prst="rect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t="27562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34CFDC-8819-F613-CB53-B010209F03B3}"/>
              </a:ext>
            </a:extLst>
          </p:cNvPr>
          <p:cNvSpPr txBox="1"/>
          <p:nvPr userDrawn="1"/>
        </p:nvSpPr>
        <p:spPr>
          <a:xfrm>
            <a:off x="240281" y="141423"/>
            <a:ext cx="7420291" cy="3373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sz="1600" b="1" dirty="0">
                <a:solidFill>
                  <a:schemeClr val="bg1"/>
                </a:solidFill>
              </a:rPr>
              <a:t>FACULTY OF COMPUTER ENGINEERING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847D5C7-4917-CA09-77DC-A3EC771CB75C}"/>
              </a:ext>
            </a:extLst>
          </p:cNvPr>
          <p:cNvGrpSpPr/>
          <p:nvPr userDrawn="1"/>
        </p:nvGrpSpPr>
        <p:grpSpPr>
          <a:xfrm>
            <a:off x="4479985" y="241694"/>
            <a:ext cx="3232030" cy="768394"/>
            <a:chOff x="4280055" y="84406"/>
            <a:chExt cx="3631889" cy="863458"/>
          </a:xfrm>
        </p:grpSpPr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48D4D6A6-CC45-52A4-171D-81125CDEE0BB}"/>
                </a:ext>
              </a:extLst>
            </p:cNvPr>
            <p:cNvSpPr/>
            <p:nvPr userDrawn="1"/>
          </p:nvSpPr>
          <p:spPr>
            <a:xfrm>
              <a:off x="4280055" y="155868"/>
              <a:ext cx="3631889" cy="71764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0" scaled="1"/>
              <a:tileRect/>
            </a:gradFill>
            <a:ln>
              <a:noFill/>
            </a:ln>
            <a:effectLst>
              <a:softEdge rad="508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E10A2D28-A8FF-8313-ADCB-2B72C390FACF}"/>
                </a:ext>
              </a:extLst>
            </p:cNvPr>
            <p:cNvSpPr/>
            <p:nvPr userDrawn="1"/>
          </p:nvSpPr>
          <p:spPr>
            <a:xfrm>
              <a:off x="4345594" y="214327"/>
              <a:ext cx="3500812" cy="600721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pic>
          <p:nvPicPr>
            <p:cNvPr id="13" name="Picture 12" descr="Icon&#10;&#10;Description automatically generated with medium confidence">
              <a:extLst>
                <a:ext uri="{FF2B5EF4-FFF2-40B4-BE49-F238E27FC236}">
                  <a16:creationId xmlns:a16="http://schemas.microsoft.com/office/drawing/2014/main" id="{1E73120D-A83C-0746-0C19-5132936E248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315084" y="84406"/>
              <a:ext cx="871486" cy="863458"/>
            </a:xfrm>
            <a:prstGeom prst="rect">
              <a:avLst/>
            </a:prstGeom>
          </p:spPr>
        </p:pic>
        <p:pic>
          <p:nvPicPr>
            <p:cNvPr id="14" name="Picture 13" descr="A picture containing clipart, vector graphics&#10;&#10;Description automatically generated">
              <a:extLst>
                <a:ext uri="{FF2B5EF4-FFF2-40B4-BE49-F238E27FC236}">
                  <a16:creationId xmlns:a16="http://schemas.microsoft.com/office/drawing/2014/main" id="{FF279D30-BA02-4EF4-72A0-69A0DFA1F18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005430" y="111027"/>
              <a:ext cx="979518" cy="810216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15A5037-1013-FEAC-916D-D7685B8E78E3}"/>
              </a:ext>
            </a:extLst>
          </p:cNvPr>
          <p:cNvGrpSpPr/>
          <p:nvPr userDrawn="1"/>
        </p:nvGrpSpPr>
        <p:grpSpPr>
          <a:xfrm>
            <a:off x="11508226" y="6270255"/>
            <a:ext cx="546132" cy="546132"/>
            <a:chOff x="11082048" y="197383"/>
            <a:chExt cx="486579" cy="486579"/>
          </a:xfrm>
          <a:gradFill>
            <a:gsLst>
              <a:gs pos="0">
                <a:srgbClr val="38EF7D">
                  <a:alpha val="65273"/>
                </a:srgbClr>
              </a:gs>
              <a:gs pos="100000">
                <a:srgbClr val="11998E">
                  <a:alpha val="65000"/>
                </a:srgbClr>
              </a:gs>
            </a:gsLst>
            <a:lin ang="2700000" scaled="1"/>
          </a:gradFill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96836040-223F-32E9-6652-247D1B1776AC}"/>
                </a:ext>
              </a:extLst>
            </p:cNvPr>
            <p:cNvSpPr/>
            <p:nvPr userDrawn="1"/>
          </p:nvSpPr>
          <p:spPr>
            <a:xfrm>
              <a:off x="11082048" y="197383"/>
              <a:ext cx="486579" cy="48657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BC7C8B3B-CA71-8CB4-C831-5785E5171D6A}"/>
                </a:ext>
              </a:extLst>
            </p:cNvPr>
            <p:cNvSpPr/>
            <p:nvPr userDrawn="1"/>
          </p:nvSpPr>
          <p:spPr>
            <a:xfrm>
              <a:off x="11215170" y="330505"/>
              <a:ext cx="220337" cy="2203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</p:grpSp>
      <p:sp>
        <p:nvSpPr>
          <p:cNvPr id="6" name="Slide Number Placeholder 5"/>
          <p:cNvSpPr>
            <a:spLocks noGrp="1"/>
          </p:cNvSpPr>
          <p:nvPr userDrawn="1">
            <p:ph type="sldNum" sz="quarter" idx="12"/>
          </p:nvPr>
        </p:nvSpPr>
        <p:spPr>
          <a:xfrm>
            <a:off x="10422944" y="6356350"/>
            <a:ext cx="2743200" cy="365125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Freeform 23">
            <a:extLst>
              <a:ext uri="{FF2B5EF4-FFF2-40B4-BE49-F238E27FC236}">
                <a16:creationId xmlns:a16="http://schemas.microsoft.com/office/drawing/2014/main" id="{DCEAF726-95E1-8A34-13F1-109FB98C6990}"/>
              </a:ext>
            </a:extLst>
          </p:cNvPr>
          <p:cNvSpPr/>
          <p:nvPr userDrawn="1"/>
        </p:nvSpPr>
        <p:spPr>
          <a:xfrm>
            <a:off x="0" y="1418"/>
            <a:ext cx="12194479" cy="6863661"/>
          </a:xfrm>
          <a:custGeom>
            <a:avLst/>
            <a:gdLst>
              <a:gd name="connsiteX0" fmla="*/ 0 w 12194479"/>
              <a:gd name="connsiteY0" fmla="*/ 6598375 h 6863661"/>
              <a:gd name="connsiteX1" fmla="*/ 262456 w 12194479"/>
              <a:gd name="connsiteY1" fmla="*/ 6860831 h 6863661"/>
              <a:gd name="connsiteX2" fmla="*/ 11932023 w 12194479"/>
              <a:gd name="connsiteY2" fmla="*/ 6860831 h 6863661"/>
              <a:gd name="connsiteX3" fmla="*/ 12194479 w 12194479"/>
              <a:gd name="connsiteY3" fmla="*/ 6598375 h 6863661"/>
              <a:gd name="connsiteX4" fmla="*/ 12194479 w 12194479"/>
              <a:gd name="connsiteY4" fmla="*/ 6863661 h 6863661"/>
              <a:gd name="connsiteX5" fmla="*/ 0 w 12194479"/>
              <a:gd name="connsiteY5" fmla="*/ 6863661 h 6863661"/>
              <a:gd name="connsiteX6" fmla="*/ 0 w 12194479"/>
              <a:gd name="connsiteY6" fmla="*/ 0 h 6863661"/>
              <a:gd name="connsiteX7" fmla="*/ 12194479 w 12194479"/>
              <a:gd name="connsiteY7" fmla="*/ 0 h 6863661"/>
              <a:gd name="connsiteX8" fmla="*/ 12194479 w 12194479"/>
              <a:gd name="connsiteY8" fmla="*/ 265287 h 6863661"/>
              <a:gd name="connsiteX9" fmla="*/ 11932023 w 12194479"/>
              <a:gd name="connsiteY9" fmla="*/ 2831 h 6863661"/>
              <a:gd name="connsiteX10" fmla="*/ 262456 w 12194479"/>
              <a:gd name="connsiteY10" fmla="*/ 2831 h 6863661"/>
              <a:gd name="connsiteX11" fmla="*/ 0 w 12194479"/>
              <a:gd name="connsiteY11" fmla="*/ 265287 h 6863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4479" h="6863661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5550425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6000" y="1036767"/>
            <a:ext cx="10980000" cy="890663"/>
          </a:xfrm>
        </p:spPr>
        <p:txBody>
          <a:bodyPr/>
          <a:lstStyle>
            <a:lvl1pPr marL="0" indent="0">
              <a:buFont typeface="+mj-lt"/>
              <a:buNone/>
              <a:defRPr b="1">
                <a:gradFill flip="none" rotWithShape="1">
                  <a:gsLst>
                    <a:gs pos="0">
                      <a:schemeClr val="accent4">
                        <a:lumMod val="75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16200000" scaled="1"/>
                  <a:tileRect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6000" y="2020279"/>
            <a:ext cx="10980000" cy="4156684"/>
          </a:xfrm>
        </p:spPr>
        <p:txBody>
          <a:bodyPr/>
          <a:lstStyle>
            <a:lvl1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lvl1pPr>
            <a:lvl2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lvl2pPr>
            <a:lvl3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lvl3pPr>
            <a:lvl4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lvl4pPr>
            <a:lvl5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33164" y="6356350"/>
            <a:ext cx="2743200" cy="365125"/>
          </a:xfrm>
        </p:spPr>
        <p:txBody>
          <a:bodyPr/>
          <a:lstStyle/>
          <a:p>
            <a:fld id="{A4B08D6D-E5AB-054C-8BBA-2EAE96362CB2}" type="datetime3">
              <a:rPr lang="en-US" smtClean="0"/>
              <a:t>31 March 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233564" y="6356350"/>
            <a:ext cx="4114800" cy="365125"/>
          </a:xfrm>
        </p:spPr>
        <p:txBody>
          <a:bodyPr/>
          <a:lstStyle/>
          <a:p>
            <a:r>
              <a:rPr lang="en-US"/>
              <a:t>Copyrights 2024 CE-UIT. All Rights Reserved.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07F0F65-AD9D-F4EF-651A-F8557E5CEDEF}"/>
              </a:ext>
            </a:extLst>
          </p:cNvPr>
          <p:cNvSpPr/>
          <p:nvPr userDrawn="1"/>
        </p:nvSpPr>
        <p:spPr>
          <a:xfrm rot="5400000">
            <a:off x="5778985" y="-5780045"/>
            <a:ext cx="631552" cy="12194479"/>
          </a:xfrm>
          <a:prstGeom prst="rect">
            <a:avLst/>
          </a:prstGeom>
          <a:gradFill>
            <a:gsLst>
              <a:gs pos="0">
                <a:schemeClr val="accent3">
                  <a:lumMod val="75000"/>
                </a:schemeClr>
              </a:gs>
              <a:gs pos="100000">
                <a:schemeClr val="accent4">
                  <a:lumMod val="75000"/>
                </a:schemeClr>
              </a:gs>
            </a:gsLst>
            <a:lin ang="5400000" scaled="1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6792619-8016-D1B1-D5B6-0463FC873115}"/>
              </a:ext>
            </a:extLst>
          </p:cNvPr>
          <p:cNvSpPr/>
          <p:nvPr userDrawn="1"/>
        </p:nvSpPr>
        <p:spPr>
          <a:xfrm rot="5400000" flipV="1">
            <a:off x="5780224" y="-5781463"/>
            <a:ext cx="631552" cy="12194479"/>
          </a:xfrm>
          <a:prstGeom prst="rect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t="27562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34CFDC-8819-F613-CB53-B010209F03B3}"/>
              </a:ext>
            </a:extLst>
          </p:cNvPr>
          <p:cNvSpPr txBox="1"/>
          <p:nvPr userDrawn="1"/>
        </p:nvSpPr>
        <p:spPr>
          <a:xfrm>
            <a:off x="240281" y="141423"/>
            <a:ext cx="7420291" cy="3373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sz="1600" b="1" dirty="0">
                <a:solidFill>
                  <a:schemeClr val="bg1"/>
                </a:solidFill>
              </a:rPr>
              <a:t>FACULTY OF COMPUTER ENGINEERING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847D5C7-4917-CA09-77DC-A3EC771CB75C}"/>
              </a:ext>
            </a:extLst>
          </p:cNvPr>
          <p:cNvGrpSpPr/>
          <p:nvPr userDrawn="1"/>
        </p:nvGrpSpPr>
        <p:grpSpPr>
          <a:xfrm>
            <a:off x="4479985" y="241694"/>
            <a:ext cx="3232030" cy="768394"/>
            <a:chOff x="4280055" y="84406"/>
            <a:chExt cx="3631889" cy="863458"/>
          </a:xfrm>
        </p:grpSpPr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48D4D6A6-CC45-52A4-171D-81125CDEE0BB}"/>
                </a:ext>
              </a:extLst>
            </p:cNvPr>
            <p:cNvSpPr/>
            <p:nvPr userDrawn="1"/>
          </p:nvSpPr>
          <p:spPr>
            <a:xfrm>
              <a:off x="4280055" y="155868"/>
              <a:ext cx="3631889" cy="71764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0" scaled="1"/>
              <a:tileRect/>
            </a:gradFill>
            <a:ln>
              <a:noFill/>
            </a:ln>
            <a:effectLst>
              <a:softEdge rad="508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E10A2D28-A8FF-8313-ADCB-2B72C390FACF}"/>
                </a:ext>
              </a:extLst>
            </p:cNvPr>
            <p:cNvSpPr/>
            <p:nvPr userDrawn="1"/>
          </p:nvSpPr>
          <p:spPr>
            <a:xfrm>
              <a:off x="4345594" y="214327"/>
              <a:ext cx="3500812" cy="600721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pic>
          <p:nvPicPr>
            <p:cNvPr id="13" name="Picture 12" descr="Icon&#10;&#10;Description automatically generated with medium confidence">
              <a:extLst>
                <a:ext uri="{FF2B5EF4-FFF2-40B4-BE49-F238E27FC236}">
                  <a16:creationId xmlns:a16="http://schemas.microsoft.com/office/drawing/2014/main" id="{1E73120D-A83C-0746-0C19-5132936E248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315084" y="84406"/>
              <a:ext cx="871486" cy="863458"/>
            </a:xfrm>
            <a:prstGeom prst="rect">
              <a:avLst/>
            </a:prstGeom>
          </p:spPr>
        </p:pic>
        <p:pic>
          <p:nvPicPr>
            <p:cNvPr id="14" name="Picture 13" descr="A picture containing clipart, vector graphics&#10;&#10;Description automatically generated">
              <a:extLst>
                <a:ext uri="{FF2B5EF4-FFF2-40B4-BE49-F238E27FC236}">
                  <a16:creationId xmlns:a16="http://schemas.microsoft.com/office/drawing/2014/main" id="{FF279D30-BA02-4EF4-72A0-69A0DFA1F18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005430" y="111027"/>
              <a:ext cx="979518" cy="810216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15A5037-1013-FEAC-916D-D7685B8E78E3}"/>
              </a:ext>
            </a:extLst>
          </p:cNvPr>
          <p:cNvGrpSpPr/>
          <p:nvPr userDrawn="1"/>
        </p:nvGrpSpPr>
        <p:grpSpPr>
          <a:xfrm>
            <a:off x="11508226" y="6270255"/>
            <a:ext cx="546132" cy="546132"/>
            <a:chOff x="11082048" y="197383"/>
            <a:chExt cx="486579" cy="486579"/>
          </a:xfrm>
          <a:gradFill>
            <a:gsLst>
              <a:gs pos="0">
                <a:srgbClr val="38EF7D">
                  <a:alpha val="65273"/>
                </a:srgbClr>
              </a:gs>
              <a:gs pos="100000">
                <a:srgbClr val="11998E">
                  <a:alpha val="65000"/>
                </a:srgbClr>
              </a:gs>
            </a:gsLst>
            <a:lin ang="2700000" scaled="1"/>
          </a:gradFill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96836040-223F-32E9-6652-247D1B1776AC}"/>
                </a:ext>
              </a:extLst>
            </p:cNvPr>
            <p:cNvSpPr/>
            <p:nvPr userDrawn="1"/>
          </p:nvSpPr>
          <p:spPr>
            <a:xfrm>
              <a:off x="11082048" y="197383"/>
              <a:ext cx="486579" cy="48657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BC7C8B3B-CA71-8CB4-C831-5785E5171D6A}"/>
                </a:ext>
              </a:extLst>
            </p:cNvPr>
            <p:cNvSpPr/>
            <p:nvPr userDrawn="1"/>
          </p:nvSpPr>
          <p:spPr>
            <a:xfrm>
              <a:off x="11215170" y="330505"/>
              <a:ext cx="220337" cy="2203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</p:grpSp>
      <p:sp>
        <p:nvSpPr>
          <p:cNvPr id="6" name="Slide Number Placeholder 5"/>
          <p:cNvSpPr>
            <a:spLocks noGrp="1"/>
          </p:cNvSpPr>
          <p:nvPr userDrawn="1">
            <p:ph type="sldNum" sz="quarter" idx="12"/>
          </p:nvPr>
        </p:nvSpPr>
        <p:spPr>
          <a:xfrm>
            <a:off x="10422944" y="6356350"/>
            <a:ext cx="2743200" cy="365125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Freeform 23">
            <a:extLst>
              <a:ext uri="{FF2B5EF4-FFF2-40B4-BE49-F238E27FC236}">
                <a16:creationId xmlns:a16="http://schemas.microsoft.com/office/drawing/2014/main" id="{DCEAF726-95E1-8A34-13F1-109FB98C6990}"/>
              </a:ext>
            </a:extLst>
          </p:cNvPr>
          <p:cNvSpPr/>
          <p:nvPr userDrawn="1"/>
        </p:nvSpPr>
        <p:spPr>
          <a:xfrm>
            <a:off x="0" y="1418"/>
            <a:ext cx="12194479" cy="6863661"/>
          </a:xfrm>
          <a:custGeom>
            <a:avLst/>
            <a:gdLst>
              <a:gd name="connsiteX0" fmla="*/ 0 w 12194479"/>
              <a:gd name="connsiteY0" fmla="*/ 6598375 h 6863661"/>
              <a:gd name="connsiteX1" fmla="*/ 262456 w 12194479"/>
              <a:gd name="connsiteY1" fmla="*/ 6860831 h 6863661"/>
              <a:gd name="connsiteX2" fmla="*/ 11932023 w 12194479"/>
              <a:gd name="connsiteY2" fmla="*/ 6860831 h 6863661"/>
              <a:gd name="connsiteX3" fmla="*/ 12194479 w 12194479"/>
              <a:gd name="connsiteY3" fmla="*/ 6598375 h 6863661"/>
              <a:gd name="connsiteX4" fmla="*/ 12194479 w 12194479"/>
              <a:gd name="connsiteY4" fmla="*/ 6863661 h 6863661"/>
              <a:gd name="connsiteX5" fmla="*/ 0 w 12194479"/>
              <a:gd name="connsiteY5" fmla="*/ 6863661 h 6863661"/>
              <a:gd name="connsiteX6" fmla="*/ 0 w 12194479"/>
              <a:gd name="connsiteY6" fmla="*/ 0 h 6863661"/>
              <a:gd name="connsiteX7" fmla="*/ 12194479 w 12194479"/>
              <a:gd name="connsiteY7" fmla="*/ 0 h 6863661"/>
              <a:gd name="connsiteX8" fmla="*/ 12194479 w 12194479"/>
              <a:gd name="connsiteY8" fmla="*/ 265287 h 6863661"/>
              <a:gd name="connsiteX9" fmla="*/ 11932023 w 12194479"/>
              <a:gd name="connsiteY9" fmla="*/ 2831 h 6863661"/>
              <a:gd name="connsiteX10" fmla="*/ 262456 w 12194479"/>
              <a:gd name="connsiteY10" fmla="*/ 2831 h 6863661"/>
              <a:gd name="connsiteX11" fmla="*/ 0 w 12194479"/>
              <a:gd name="connsiteY11" fmla="*/ 265287 h 6863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4479" h="6863661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9428045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6000" y="1036767"/>
            <a:ext cx="10980000" cy="890663"/>
          </a:xfrm>
        </p:spPr>
        <p:txBody>
          <a:bodyPr/>
          <a:lstStyle>
            <a:lvl1pPr marL="0" indent="0">
              <a:buFont typeface="+mj-lt"/>
              <a:buNone/>
              <a:defRPr b="1">
                <a:gradFill flip="none" rotWithShape="1">
                  <a:gsLst>
                    <a:gs pos="0">
                      <a:schemeClr val="accent4">
                        <a:lumMod val="75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16200000" scaled="1"/>
                  <a:tileRect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6000" y="2020279"/>
            <a:ext cx="10980000" cy="4156684"/>
          </a:xfrm>
        </p:spPr>
        <p:txBody>
          <a:bodyPr/>
          <a:lstStyle>
            <a:lvl1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lvl1pPr>
            <a:lvl2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lvl2pPr>
            <a:lvl3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lvl3pPr>
            <a:lvl4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lvl4pPr>
            <a:lvl5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33164" y="6356350"/>
            <a:ext cx="2743200" cy="365125"/>
          </a:xfrm>
        </p:spPr>
        <p:txBody>
          <a:bodyPr/>
          <a:lstStyle/>
          <a:p>
            <a:fld id="{A4B08D6D-E5AB-054C-8BBA-2EAE96362CB2}" type="datetime3">
              <a:rPr lang="en-US" smtClean="0"/>
              <a:t>31 March 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233564" y="6356350"/>
            <a:ext cx="4114800" cy="365125"/>
          </a:xfrm>
        </p:spPr>
        <p:txBody>
          <a:bodyPr/>
          <a:lstStyle/>
          <a:p>
            <a:r>
              <a:rPr lang="en-US"/>
              <a:t>Copyrights 2024 CE-UIT. All Rights Reserved.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07F0F65-AD9D-F4EF-651A-F8557E5CEDEF}"/>
              </a:ext>
            </a:extLst>
          </p:cNvPr>
          <p:cNvSpPr/>
          <p:nvPr userDrawn="1"/>
        </p:nvSpPr>
        <p:spPr>
          <a:xfrm rot="5400000">
            <a:off x="5778985" y="-5780045"/>
            <a:ext cx="631552" cy="12194479"/>
          </a:xfrm>
          <a:prstGeom prst="rect">
            <a:avLst/>
          </a:prstGeom>
          <a:gradFill>
            <a:gsLst>
              <a:gs pos="0">
                <a:schemeClr val="accent3">
                  <a:lumMod val="75000"/>
                </a:schemeClr>
              </a:gs>
              <a:gs pos="100000">
                <a:schemeClr val="accent4">
                  <a:lumMod val="75000"/>
                </a:schemeClr>
              </a:gs>
            </a:gsLst>
            <a:lin ang="5400000" scaled="1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6792619-8016-D1B1-D5B6-0463FC873115}"/>
              </a:ext>
            </a:extLst>
          </p:cNvPr>
          <p:cNvSpPr/>
          <p:nvPr userDrawn="1"/>
        </p:nvSpPr>
        <p:spPr>
          <a:xfrm rot="5400000" flipV="1">
            <a:off x="5780224" y="-5781463"/>
            <a:ext cx="631552" cy="12194479"/>
          </a:xfrm>
          <a:prstGeom prst="rect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t="27562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34CFDC-8819-F613-CB53-B010209F03B3}"/>
              </a:ext>
            </a:extLst>
          </p:cNvPr>
          <p:cNvSpPr txBox="1"/>
          <p:nvPr userDrawn="1"/>
        </p:nvSpPr>
        <p:spPr>
          <a:xfrm>
            <a:off x="240281" y="141423"/>
            <a:ext cx="7420291" cy="3373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sz="1600" b="1" dirty="0">
                <a:solidFill>
                  <a:schemeClr val="bg1"/>
                </a:solidFill>
              </a:rPr>
              <a:t>FACULTY OF COMPUTER ENGINEERING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847D5C7-4917-CA09-77DC-A3EC771CB75C}"/>
              </a:ext>
            </a:extLst>
          </p:cNvPr>
          <p:cNvGrpSpPr/>
          <p:nvPr userDrawn="1"/>
        </p:nvGrpSpPr>
        <p:grpSpPr>
          <a:xfrm>
            <a:off x="4479985" y="241694"/>
            <a:ext cx="3232030" cy="768394"/>
            <a:chOff x="4280055" y="84406"/>
            <a:chExt cx="3631889" cy="863458"/>
          </a:xfrm>
        </p:grpSpPr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48D4D6A6-CC45-52A4-171D-81125CDEE0BB}"/>
                </a:ext>
              </a:extLst>
            </p:cNvPr>
            <p:cNvSpPr/>
            <p:nvPr userDrawn="1"/>
          </p:nvSpPr>
          <p:spPr>
            <a:xfrm>
              <a:off x="4280055" y="155868"/>
              <a:ext cx="3631889" cy="71764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0" scaled="1"/>
              <a:tileRect/>
            </a:gradFill>
            <a:ln>
              <a:noFill/>
            </a:ln>
            <a:effectLst>
              <a:softEdge rad="508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E10A2D28-A8FF-8313-ADCB-2B72C390FACF}"/>
                </a:ext>
              </a:extLst>
            </p:cNvPr>
            <p:cNvSpPr/>
            <p:nvPr userDrawn="1"/>
          </p:nvSpPr>
          <p:spPr>
            <a:xfrm>
              <a:off x="4345594" y="214327"/>
              <a:ext cx="3500812" cy="600721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pic>
          <p:nvPicPr>
            <p:cNvPr id="13" name="Picture 12" descr="Icon&#10;&#10;Description automatically generated with medium confidence">
              <a:extLst>
                <a:ext uri="{FF2B5EF4-FFF2-40B4-BE49-F238E27FC236}">
                  <a16:creationId xmlns:a16="http://schemas.microsoft.com/office/drawing/2014/main" id="{1E73120D-A83C-0746-0C19-5132936E248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315084" y="84406"/>
              <a:ext cx="871486" cy="863458"/>
            </a:xfrm>
            <a:prstGeom prst="rect">
              <a:avLst/>
            </a:prstGeom>
          </p:spPr>
        </p:pic>
        <p:pic>
          <p:nvPicPr>
            <p:cNvPr id="14" name="Picture 13" descr="A picture containing clipart, vector graphics&#10;&#10;Description automatically generated">
              <a:extLst>
                <a:ext uri="{FF2B5EF4-FFF2-40B4-BE49-F238E27FC236}">
                  <a16:creationId xmlns:a16="http://schemas.microsoft.com/office/drawing/2014/main" id="{FF279D30-BA02-4EF4-72A0-69A0DFA1F18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005430" y="111027"/>
              <a:ext cx="979518" cy="810216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15A5037-1013-FEAC-916D-D7685B8E78E3}"/>
              </a:ext>
            </a:extLst>
          </p:cNvPr>
          <p:cNvGrpSpPr/>
          <p:nvPr userDrawn="1"/>
        </p:nvGrpSpPr>
        <p:grpSpPr>
          <a:xfrm>
            <a:off x="11508226" y="6270255"/>
            <a:ext cx="546132" cy="546132"/>
            <a:chOff x="11082048" y="197383"/>
            <a:chExt cx="486579" cy="486579"/>
          </a:xfrm>
          <a:gradFill>
            <a:gsLst>
              <a:gs pos="0">
                <a:srgbClr val="38EF7D">
                  <a:alpha val="65273"/>
                </a:srgbClr>
              </a:gs>
              <a:gs pos="100000">
                <a:srgbClr val="11998E">
                  <a:alpha val="65000"/>
                </a:srgbClr>
              </a:gs>
            </a:gsLst>
            <a:lin ang="2700000" scaled="1"/>
          </a:gradFill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96836040-223F-32E9-6652-247D1B1776AC}"/>
                </a:ext>
              </a:extLst>
            </p:cNvPr>
            <p:cNvSpPr/>
            <p:nvPr userDrawn="1"/>
          </p:nvSpPr>
          <p:spPr>
            <a:xfrm>
              <a:off x="11082048" y="197383"/>
              <a:ext cx="486579" cy="48657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BC7C8B3B-CA71-8CB4-C831-5785E5171D6A}"/>
                </a:ext>
              </a:extLst>
            </p:cNvPr>
            <p:cNvSpPr/>
            <p:nvPr userDrawn="1"/>
          </p:nvSpPr>
          <p:spPr>
            <a:xfrm>
              <a:off x="11215170" y="330505"/>
              <a:ext cx="220337" cy="2203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</p:grpSp>
      <p:sp>
        <p:nvSpPr>
          <p:cNvPr id="6" name="Slide Number Placeholder 5"/>
          <p:cNvSpPr>
            <a:spLocks noGrp="1"/>
          </p:cNvSpPr>
          <p:nvPr userDrawn="1">
            <p:ph type="sldNum" sz="quarter" idx="12"/>
          </p:nvPr>
        </p:nvSpPr>
        <p:spPr>
          <a:xfrm>
            <a:off x="10422944" y="6356350"/>
            <a:ext cx="2743200" cy="365125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Freeform 23">
            <a:extLst>
              <a:ext uri="{FF2B5EF4-FFF2-40B4-BE49-F238E27FC236}">
                <a16:creationId xmlns:a16="http://schemas.microsoft.com/office/drawing/2014/main" id="{DCEAF726-95E1-8A34-13F1-109FB98C6990}"/>
              </a:ext>
            </a:extLst>
          </p:cNvPr>
          <p:cNvSpPr/>
          <p:nvPr userDrawn="1"/>
        </p:nvSpPr>
        <p:spPr>
          <a:xfrm>
            <a:off x="0" y="1418"/>
            <a:ext cx="12194479" cy="6863661"/>
          </a:xfrm>
          <a:custGeom>
            <a:avLst/>
            <a:gdLst>
              <a:gd name="connsiteX0" fmla="*/ 0 w 12194479"/>
              <a:gd name="connsiteY0" fmla="*/ 6598375 h 6863661"/>
              <a:gd name="connsiteX1" fmla="*/ 262456 w 12194479"/>
              <a:gd name="connsiteY1" fmla="*/ 6860831 h 6863661"/>
              <a:gd name="connsiteX2" fmla="*/ 11932023 w 12194479"/>
              <a:gd name="connsiteY2" fmla="*/ 6860831 h 6863661"/>
              <a:gd name="connsiteX3" fmla="*/ 12194479 w 12194479"/>
              <a:gd name="connsiteY3" fmla="*/ 6598375 h 6863661"/>
              <a:gd name="connsiteX4" fmla="*/ 12194479 w 12194479"/>
              <a:gd name="connsiteY4" fmla="*/ 6863661 h 6863661"/>
              <a:gd name="connsiteX5" fmla="*/ 0 w 12194479"/>
              <a:gd name="connsiteY5" fmla="*/ 6863661 h 6863661"/>
              <a:gd name="connsiteX6" fmla="*/ 0 w 12194479"/>
              <a:gd name="connsiteY6" fmla="*/ 0 h 6863661"/>
              <a:gd name="connsiteX7" fmla="*/ 12194479 w 12194479"/>
              <a:gd name="connsiteY7" fmla="*/ 0 h 6863661"/>
              <a:gd name="connsiteX8" fmla="*/ 12194479 w 12194479"/>
              <a:gd name="connsiteY8" fmla="*/ 265287 h 6863661"/>
              <a:gd name="connsiteX9" fmla="*/ 11932023 w 12194479"/>
              <a:gd name="connsiteY9" fmla="*/ 2831 h 6863661"/>
              <a:gd name="connsiteX10" fmla="*/ 262456 w 12194479"/>
              <a:gd name="connsiteY10" fmla="*/ 2831 h 6863661"/>
              <a:gd name="connsiteX11" fmla="*/ 0 w 12194479"/>
              <a:gd name="connsiteY11" fmla="*/ 265287 h 6863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4479" h="6863661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1443488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6000" y="1036767"/>
            <a:ext cx="10980000" cy="890663"/>
          </a:xfrm>
        </p:spPr>
        <p:txBody>
          <a:bodyPr/>
          <a:lstStyle>
            <a:lvl1pPr marL="0" indent="0">
              <a:buFont typeface="+mj-lt"/>
              <a:buNone/>
              <a:defRPr b="1">
                <a:gradFill flip="none" rotWithShape="1">
                  <a:gsLst>
                    <a:gs pos="0">
                      <a:schemeClr val="accent4">
                        <a:lumMod val="75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16200000" scaled="1"/>
                  <a:tileRect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6000" y="2020279"/>
            <a:ext cx="10980000" cy="4156684"/>
          </a:xfrm>
        </p:spPr>
        <p:txBody>
          <a:bodyPr/>
          <a:lstStyle>
            <a:lvl1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lvl1pPr>
            <a:lvl2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lvl2pPr>
            <a:lvl3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lvl3pPr>
            <a:lvl4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lvl4pPr>
            <a:lvl5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33164" y="6356350"/>
            <a:ext cx="2743200" cy="365125"/>
          </a:xfrm>
        </p:spPr>
        <p:txBody>
          <a:bodyPr/>
          <a:lstStyle/>
          <a:p>
            <a:fld id="{A4B08D6D-E5AB-054C-8BBA-2EAE96362CB2}" type="datetime3">
              <a:rPr lang="en-US" smtClean="0"/>
              <a:t>31 March 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233564" y="6356350"/>
            <a:ext cx="4114800" cy="365125"/>
          </a:xfrm>
        </p:spPr>
        <p:txBody>
          <a:bodyPr/>
          <a:lstStyle/>
          <a:p>
            <a:r>
              <a:rPr lang="en-US"/>
              <a:t>Copyrights 2024 CE-UIT. All Rights Reserved.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07F0F65-AD9D-F4EF-651A-F8557E5CEDEF}"/>
              </a:ext>
            </a:extLst>
          </p:cNvPr>
          <p:cNvSpPr/>
          <p:nvPr userDrawn="1"/>
        </p:nvSpPr>
        <p:spPr>
          <a:xfrm rot="5400000">
            <a:off x="5778985" y="-5780045"/>
            <a:ext cx="631552" cy="12194479"/>
          </a:xfrm>
          <a:prstGeom prst="rect">
            <a:avLst/>
          </a:prstGeom>
          <a:gradFill>
            <a:gsLst>
              <a:gs pos="0">
                <a:schemeClr val="accent3">
                  <a:lumMod val="75000"/>
                </a:schemeClr>
              </a:gs>
              <a:gs pos="100000">
                <a:schemeClr val="accent4">
                  <a:lumMod val="75000"/>
                </a:schemeClr>
              </a:gs>
            </a:gsLst>
            <a:lin ang="5400000" scaled="1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6792619-8016-D1B1-D5B6-0463FC873115}"/>
              </a:ext>
            </a:extLst>
          </p:cNvPr>
          <p:cNvSpPr/>
          <p:nvPr userDrawn="1"/>
        </p:nvSpPr>
        <p:spPr>
          <a:xfrm rot="5400000" flipV="1">
            <a:off x="5780224" y="-5781463"/>
            <a:ext cx="631552" cy="12194479"/>
          </a:xfrm>
          <a:prstGeom prst="rect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t="27562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34CFDC-8819-F613-CB53-B010209F03B3}"/>
              </a:ext>
            </a:extLst>
          </p:cNvPr>
          <p:cNvSpPr txBox="1"/>
          <p:nvPr userDrawn="1"/>
        </p:nvSpPr>
        <p:spPr>
          <a:xfrm>
            <a:off x="240281" y="141423"/>
            <a:ext cx="7420291" cy="3373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sz="1600" b="1" dirty="0">
                <a:solidFill>
                  <a:schemeClr val="bg1"/>
                </a:solidFill>
              </a:rPr>
              <a:t>FACULTY OF COMPUTER ENGINEERING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847D5C7-4917-CA09-77DC-A3EC771CB75C}"/>
              </a:ext>
            </a:extLst>
          </p:cNvPr>
          <p:cNvGrpSpPr/>
          <p:nvPr userDrawn="1"/>
        </p:nvGrpSpPr>
        <p:grpSpPr>
          <a:xfrm>
            <a:off x="4479985" y="241694"/>
            <a:ext cx="3232030" cy="768394"/>
            <a:chOff x="4280055" y="84406"/>
            <a:chExt cx="3631889" cy="863458"/>
          </a:xfrm>
        </p:grpSpPr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48D4D6A6-CC45-52A4-171D-81125CDEE0BB}"/>
                </a:ext>
              </a:extLst>
            </p:cNvPr>
            <p:cNvSpPr/>
            <p:nvPr userDrawn="1"/>
          </p:nvSpPr>
          <p:spPr>
            <a:xfrm>
              <a:off x="4280055" y="155868"/>
              <a:ext cx="3631889" cy="71764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0" scaled="1"/>
              <a:tileRect/>
            </a:gradFill>
            <a:ln>
              <a:noFill/>
            </a:ln>
            <a:effectLst>
              <a:softEdge rad="508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E10A2D28-A8FF-8313-ADCB-2B72C390FACF}"/>
                </a:ext>
              </a:extLst>
            </p:cNvPr>
            <p:cNvSpPr/>
            <p:nvPr userDrawn="1"/>
          </p:nvSpPr>
          <p:spPr>
            <a:xfrm>
              <a:off x="4345594" y="214327"/>
              <a:ext cx="3500812" cy="600721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pic>
          <p:nvPicPr>
            <p:cNvPr id="13" name="Picture 12" descr="Icon&#10;&#10;Description automatically generated with medium confidence">
              <a:extLst>
                <a:ext uri="{FF2B5EF4-FFF2-40B4-BE49-F238E27FC236}">
                  <a16:creationId xmlns:a16="http://schemas.microsoft.com/office/drawing/2014/main" id="{1E73120D-A83C-0746-0C19-5132936E248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315084" y="84406"/>
              <a:ext cx="871486" cy="863458"/>
            </a:xfrm>
            <a:prstGeom prst="rect">
              <a:avLst/>
            </a:prstGeom>
          </p:spPr>
        </p:pic>
        <p:pic>
          <p:nvPicPr>
            <p:cNvPr id="14" name="Picture 13" descr="A picture containing clipart, vector graphics&#10;&#10;Description automatically generated">
              <a:extLst>
                <a:ext uri="{FF2B5EF4-FFF2-40B4-BE49-F238E27FC236}">
                  <a16:creationId xmlns:a16="http://schemas.microsoft.com/office/drawing/2014/main" id="{FF279D30-BA02-4EF4-72A0-69A0DFA1F18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005430" y="111027"/>
              <a:ext cx="979518" cy="810216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15A5037-1013-FEAC-916D-D7685B8E78E3}"/>
              </a:ext>
            </a:extLst>
          </p:cNvPr>
          <p:cNvGrpSpPr/>
          <p:nvPr userDrawn="1"/>
        </p:nvGrpSpPr>
        <p:grpSpPr>
          <a:xfrm>
            <a:off x="11508226" y="6270255"/>
            <a:ext cx="546132" cy="546132"/>
            <a:chOff x="11082048" y="197383"/>
            <a:chExt cx="486579" cy="486579"/>
          </a:xfrm>
          <a:gradFill>
            <a:gsLst>
              <a:gs pos="0">
                <a:srgbClr val="38EF7D">
                  <a:alpha val="65273"/>
                </a:srgbClr>
              </a:gs>
              <a:gs pos="100000">
                <a:srgbClr val="11998E">
                  <a:alpha val="65000"/>
                </a:srgbClr>
              </a:gs>
            </a:gsLst>
            <a:lin ang="2700000" scaled="1"/>
          </a:gradFill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96836040-223F-32E9-6652-247D1B1776AC}"/>
                </a:ext>
              </a:extLst>
            </p:cNvPr>
            <p:cNvSpPr/>
            <p:nvPr userDrawn="1"/>
          </p:nvSpPr>
          <p:spPr>
            <a:xfrm>
              <a:off x="11082048" y="197383"/>
              <a:ext cx="486579" cy="48657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BC7C8B3B-CA71-8CB4-C831-5785E5171D6A}"/>
                </a:ext>
              </a:extLst>
            </p:cNvPr>
            <p:cNvSpPr/>
            <p:nvPr userDrawn="1"/>
          </p:nvSpPr>
          <p:spPr>
            <a:xfrm>
              <a:off x="11215170" y="330505"/>
              <a:ext cx="220337" cy="2203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</p:grpSp>
      <p:sp>
        <p:nvSpPr>
          <p:cNvPr id="6" name="Slide Number Placeholder 5"/>
          <p:cNvSpPr>
            <a:spLocks noGrp="1"/>
          </p:cNvSpPr>
          <p:nvPr userDrawn="1">
            <p:ph type="sldNum" sz="quarter" idx="12"/>
          </p:nvPr>
        </p:nvSpPr>
        <p:spPr>
          <a:xfrm>
            <a:off x="10422944" y="6356350"/>
            <a:ext cx="2743200" cy="365125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Freeform 23">
            <a:extLst>
              <a:ext uri="{FF2B5EF4-FFF2-40B4-BE49-F238E27FC236}">
                <a16:creationId xmlns:a16="http://schemas.microsoft.com/office/drawing/2014/main" id="{DCEAF726-95E1-8A34-13F1-109FB98C6990}"/>
              </a:ext>
            </a:extLst>
          </p:cNvPr>
          <p:cNvSpPr/>
          <p:nvPr userDrawn="1"/>
        </p:nvSpPr>
        <p:spPr>
          <a:xfrm>
            <a:off x="0" y="1418"/>
            <a:ext cx="12194479" cy="6863661"/>
          </a:xfrm>
          <a:custGeom>
            <a:avLst/>
            <a:gdLst>
              <a:gd name="connsiteX0" fmla="*/ 0 w 12194479"/>
              <a:gd name="connsiteY0" fmla="*/ 6598375 h 6863661"/>
              <a:gd name="connsiteX1" fmla="*/ 262456 w 12194479"/>
              <a:gd name="connsiteY1" fmla="*/ 6860831 h 6863661"/>
              <a:gd name="connsiteX2" fmla="*/ 11932023 w 12194479"/>
              <a:gd name="connsiteY2" fmla="*/ 6860831 h 6863661"/>
              <a:gd name="connsiteX3" fmla="*/ 12194479 w 12194479"/>
              <a:gd name="connsiteY3" fmla="*/ 6598375 h 6863661"/>
              <a:gd name="connsiteX4" fmla="*/ 12194479 w 12194479"/>
              <a:gd name="connsiteY4" fmla="*/ 6863661 h 6863661"/>
              <a:gd name="connsiteX5" fmla="*/ 0 w 12194479"/>
              <a:gd name="connsiteY5" fmla="*/ 6863661 h 6863661"/>
              <a:gd name="connsiteX6" fmla="*/ 0 w 12194479"/>
              <a:gd name="connsiteY6" fmla="*/ 0 h 6863661"/>
              <a:gd name="connsiteX7" fmla="*/ 12194479 w 12194479"/>
              <a:gd name="connsiteY7" fmla="*/ 0 h 6863661"/>
              <a:gd name="connsiteX8" fmla="*/ 12194479 w 12194479"/>
              <a:gd name="connsiteY8" fmla="*/ 265287 h 6863661"/>
              <a:gd name="connsiteX9" fmla="*/ 11932023 w 12194479"/>
              <a:gd name="connsiteY9" fmla="*/ 2831 h 6863661"/>
              <a:gd name="connsiteX10" fmla="*/ 262456 w 12194479"/>
              <a:gd name="connsiteY10" fmla="*/ 2831 h 6863661"/>
              <a:gd name="connsiteX11" fmla="*/ 0 w 12194479"/>
              <a:gd name="connsiteY11" fmla="*/ 265287 h 6863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4479" h="6863661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41103707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6000" y="1036767"/>
            <a:ext cx="10980000" cy="890663"/>
          </a:xfrm>
        </p:spPr>
        <p:txBody>
          <a:bodyPr/>
          <a:lstStyle>
            <a:lvl1pPr marL="0" indent="0">
              <a:buFont typeface="+mj-lt"/>
              <a:buNone/>
              <a:defRPr b="1">
                <a:gradFill flip="none" rotWithShape="1">
                  <a:gsLst>
                    <a:gs pos="0">
                      <a:schemeClr val="accent4">
                        <a:lumMod val="75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16200000" scaled="1"/>
                  <a:tileRect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6000" y="2020279"/>
            <a:ext cx="10980000" cy="4156684"/>
          </a:xfrm>
        </p:spPr>
        <p:txBody>
          <a:bodyPr/>
          <a:lstStyle>
            <a:lvl1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lvl1pPr>
            <a:lvl2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lvl2pPr>
            <a:lvl3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lvl3pPr>
            <a:lvl4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lvl4pPr>
            <a:lvl5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33164" y="6356350"/>
            <a:ext cx="2743200" cy="365125"/>
          </a:xfrm>
        </p:spPr>
        <p:txBody>
          <a:bodyPr/>
          <a:lstStyle/>
          <a:p>
            <a:fld id="{A4B08D6D-E5AB-054C-8BBA-2EAE96362CB2}" type="datetime3">
              <a:rPr lang="en-US" smtClean="0"/>
              <a:t>31 March 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233564" y="6356350"/>
            <a:ext cx="4114800" cy="365125"/>
          </a:xfrm>
        </p:spPr>
        <p:txBody>
          <a:bodyPr/>
          <a:lstStyle/>
          <a:p>
            <a:r>
              <a:rPr lang="en-US"/>
              <a:t>Copyrights 2024 CE-UIT. All Rights Reserved.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07F0F65-AD9D-F4EF-651A-F8557E5CEDEF}"/>
              </a:ext>
            </a:extLst>
          </p:cNvPr>
          <p:cNvSpPr/>
          <p:nvPr userDrawn="1"/>
        </p:nvSpPr>
        <p:spPr>
          <a:xfrm rot="5400000">
            <a:off x="5778985" y="-5780045"/>
            <a:ext cx="631552" cy="12194479"/>
          </a:xfrm>
          <a:prstGeom prst="rect">
            <a:avLst/>
          </a:prstGeom>
          <a:gradFill>
            <a:gsLst>
              <a:gs pos="0">
                <a:schemeClr val="accent3">
                  <a:lumMod val="75000"/>
                </a:schemeClr>
              </a:gs>
              <a:gs pos="100000">
                <a:schemeClr val="accent4">
                  <a:lumMod val="75000"/>
                </a:schemeClr>
              </a:gs>
            </a:gsLst>
            <a:lin ang="5400000" scaled="1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6792619-8016-D1B1-D5B6-0463FC873115}"/>
              </a:ext>
            </a:extLst>
          </p:cNvPr>
          <p:cNvSpPr/>
          <p:nvPr userDrawn="1"/>
        </p:nvSpPr>
        <p:spPr>
          <a:xfrm rot="5400000" flipV="1">
            <a:off x="5780224" y="-5781463"/>
            <a:ext cx="631552" cy="12194479"/>
          </a:xfrm>
          <a:prstGeom prst="rect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t="27562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34CFDC-8819-F613-CB53-B010209F03B3}"/>
              </a:ext>
            </a:extLst>
          </p:cNvPr>
          <p:cNvSpPr txBox="1"/>
          <p:nvPr userDrawn="1"/>
        </p:nvSpPr>
        <p:spPr>
          <a:xfrm>
            <a:off x="240281" y="141423"/>
            <a:ext cx="7420291" cy="3373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sz="1600" b="1" dirty="0">
                <a:solidFill>
                  <a:schemeClr val="bg1"/>
                </a:solidFill>
              </a:rPr>
              <a:t>FACULTY OF COMPUTER ENGINEERING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847D5C7-4917-CA09-77DC-A3EC771CB75C}"/>
              </a:ext>
            </a:extLst>
          </p:cNvPr>
          <p:cNvGrpSpPr/>
          <p:nvPr userDrawn="1"/>
        </p:nvGrpSpPr>
        <p:grpSpPr>
          <a:xfrm>
            <a:off x="4479985" y="241694"/>
            <a:ext cx="3232030" cy="768394"/>
            <a:chOff x="4280055" y="84406"/>
            <a:chExt cx="3631889" cy="863458"/>
          </a:xfrm>
        </p:grpSpPr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48D4D6A6-CC45-52A4-171D-81125CDEE0BB}"/>
                </a:ext>
              </a:extLst>
            </p:cNvPr>
            <p:cNvSpPr/>
            <p:nvPr userDrawn="1"/>
          </p:nvSpPr>
          <p:spPr>
            <a:xfrm>
              <a:off x="4280055" y="155868"/>
              <a:ext cx="3631889" cy="71764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0" scaled="1"/>
              <a:tileRect/>
            </a:gradFill>
            <a:ln>
              <a:noFill/>
            </a:ln>
            <a:effectLst>
              <a:softEdge rad="508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E10A2D28-A8FF-8313-ADCB-2B72C390FACF}"/>
                </a:ext>
              </a:extLst>
            </p:cNvPr>
            <p:cNvSpPr/>
            <p:nvPr userDrawn="1"/>
          </p:nvSpPr>
          <p:spPr>
            <a:xfrm>
              <a:off x="4345594" y="214327"/>
              <a:ext cx="3500812" cy="600721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pic>
          <p:nvPicPr>
            <p:cNvPr id="13" name="Picture 12" descr="Icon&#10;&#10;Description automatically generated with medium confidence">
              <a:extLst>
                <a:ext uri="{FF2B5EF4-FFF2-40B4-BE49-F238E27FC236}">
                  <a16:creationId xmlns:a16="http://schemas.microsoft.com/office/drawing/2014/main" id="{1E73120D-A83C-0746-0C19-5132936E248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315084" y="84406"/>
              <a:ext cx="871486" cy="863458"/>
            </a:xfrm>
            <a:prstGeom prst="rect">
              <a:avLst/>
            </a:prstGeom>
          </p:spPr>
        </p:pic>
        <p:pic>
          <p:nvPicPr>
            <p:cNvPr id="14" name="Picture 13" descr="A picture containing clipart, vector graphics&#10;&#10;Description automatically generated">
              <a:extLst>
                <a:ext uri="{FF2B5EF4-FFF2-40B4-BE49-F238E27FC236}">
                  <a16:creationId xmlns:a16="http://schemas.microsoft.com/office/drawing/2014/main" id="{FF279D30-BA02-4EF4-72A0-69A0DFA1F18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005430" y="111027"/>
              <a:ext cx="979518" cy="810216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15A5037-1013-FEAC-916D-D7685B8E78E3}"/>
              </a:ext>
            </a:extLst>
          </p:cNvPr>
          <p:cNvGrpSpPr/>
          <p:nvPr userDrawn="1"/>
        </p:nvGrpSpPr>
        <p:grpSpPr>
          <a:xfrm>
            <a:off x="11508226" y="6270255"/>
            <a:ext cx="546132" cy="546132"/>
            <a:chOff x="11082048" y="197383"/>
            <a:chExt cx="486579" cy="486579"/>
          </a:xfrm>
          <a:gradFill>
            <a:gsLst>
              <a:gs pos="0">
                <a:srgbClr val="38EF7D">
                  <a:alpha val="65273"/>
                </a:srgbClr>
              </a:gs>
              <a:gs pos="100000">
                <a:srgbClr val="11998E">
                  <a:alpha val="65000"/>
                </a:srgbClr>
              </a:gs>
            </a:gsLst>
            <a:lin ang="2700000" scaled="1"/>
          </a:gradFill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96836040-223F-32E9-6652-247D1B1776AC}"/>
                </a:ext>
              </a:extLst>
            </p:cNvPr>
            <p:cNvSpPr/>
            <p:nvPr userDrawn="1"/>
          </p:nvSpPr>
          <p:spPr>
            <a:xfrm>
              <a:off x="11082048" y="197383"/>
              <a:ext cx="486579" cy="48657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BC7C8B3B-CA71-8CB4-C831-5785E5171D6A}"/>
                </a:ext>
              </a:extLst>
            </p:cNvPr>
            <p:cNvSpPr/>
            <p:nvPr userDrawn="1"/>
          </p:nvSpPr>
          <p:spPr>
            <a:xfrm>
              <a:off x="11215170" y="330505"/>
              <a:ext cx="220337" cy="2203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</p:grpSp>
      <p:sp>
        <p:nvSpPr>
          <p:cNvPr id="6" name="Slide Number Placeholder 5"/>
          <p:cNvSpPr>
            <a:spLocks noGrp="1"/>
          </p:cNvSpPr>
          <p:nvPr userDrawn="1">
            <p:ph type="sldNum" sz="quarter" idx="12"/>
          </p:nvPr>
        </p:nvSpPr>
        <p:spPr>
          <a:xfrm>
            <a:off x="10422944" y="6356350"/>
            <a:ext cx="2743200" cy="365125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Freeform 23">
            <a:extLst>
              <a:ext uri="{FF2B5EF4-FFF2-40B4-BE49-F238E27FC236}">
                <a16:creationId xmlns:a16="http://schemas.microsoft.com/office/drawing/2014/main" id="{DCEAF726-95E1-8A34-13F1-109FB98C6990}"/>
              </a:ext>
            </a:extLst>
          </p:cNvPr>
          <p:cNvSpPr/>
          <p:nvPr userDrawn="1"/>
        </p:nvSpPr>
        <p:spPr>
          <a:xfrm>
            <a:off x="0" y="1418"/>
            <a:ext cx="12194479" cy="6863661"/>
          </a:xfrm>
          <a:custGeom>
            <a:avLst/>
            <a:gdLst>
              <a:gd name="connsiteX0" fmla="*/ 0 w 12194479"/>
              <a:gd name="connsiteY0" fmla="*/ 6598375 h 6863661"/>
              <a:gd name="connsiteX1" fmla="*/ 262456 w 12194479"/>
              <a:gd name="connsiteY1" fmla="*/ 6860831 h 6863661"/>
              <a:gd name="connsiteX2" fmla="*/ 11932023 w 12194479"/>
              <a:gd name="connsiteY2" fmla="*/ 6860831 h 6863661"/>
              <a:gd name="connsiteX3" fmla="*/ 12194479 w 12194479"/>
              <a:gd name="connsiteY3" fmla="*/ 6598375 h 6863661"/>
              <a:gd name="connsiteX4" fmla="*/ 12194479 w 12194479"/>
              <a:gd name="connsiteY4" fmla="*/ 6863661 h 6863661"/>
              <a:gd name="connsiteX5" fmla="*/ 0 w 12194479"/>
              <a:gd name="connsiteY5" fmla="*/ 6863661 h 6863661"/>
              <a:gd name="connsiteX6" fmla="*/ 0 w 12194479"/>
              <a:gd name="connsiteY6" fmla="*/ 0 h 6863661"/>
              <a:gd name="connsiteX7" fmla="*/ 12194479 w 12194479"/>
              <a:gd name="connsiteY7" fmla="*/ 0 h 6863661"/>
              <a:gd name="connsiteX8" fmla="*/ 12194479 w 12194479"/>
              <a:gd name="connsiteY8" fmla="*/ 265287 h 6863661"/>
              <a:gd name="connsiteX9" fmla="*/ 11932023 w 12194479"/>
              <a:gd name="connsiteY9" fmla="*/ 2831 h 6863661"/>
              <a:gd name="connsiteX10" fmla="*/ 262456 w 12194479"/>
              <a:gd name="connsiteY10" fmla="*/ 2831 h 6863661"/>
              <a:gd name="connsiteX11" fmla="*/ 0 w 12194479"/>
              <a:gd name="connsiteY11" fmla="*/ 265287 h 6863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4479" h="6863661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2216151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6000" y="898975"/>
            <a:ext cx="10980000" cy="841231"/>
          </a:xfr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lang="en-US" sz="4400" b="1" kern="1200" dirty="0">
                <a:gradFill flip="none" rotWithShape="1">
                  <a:gsLst>
                    <a:gs pos="0">
                      <a:schemeClr val="accent4">
                        <a:lumMod val="75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16200000" scaled="1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6856" y="2006210"/>
            <a:ext cx="5310000" cy="41707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76000" y="2006210"/>
            <a:ext cx="5310000" cy="41707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E05FC-80DB-0148-874D-D86DE9D2ADC5}" type="datetime3">
              <a:rPr lang="en-US" smtClean="0"/>
              <a:t>31 March 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Copyrights 2024 CE-UIT. All Rights Reserved.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55501B7-06E2-F246-2BAD-EAF23122D87C}"/>
              </a:ext>
            </a:extLst>
          </p:cNvPr>
          <p:cNvSpPr/>
          <p:nvPr userDrawn="1"/>
        </p:nvSpPr>
        <p:spPr>
          <a:xfrm rot="5400000">
            <a:off x="5778985" y="-5780045"/>
            <a:ext cx="631552" cy="12194479"/>
          </a:xfrm>
          <a:prstGeom prst="rect">
            <a:avLst/>
          </a:prstGeom>
          <a:gradFill>
            <a:gsLst>
              <a:gs pos="0">
                <a:srgbClr val="38EF7D"/>
              </a:gs>
              <a:gs pos="100000">
                <a:srgbClr val="11998E"/>
              </a:gs>
            </a:gsLst>
            <a:lin ang="5400000" scaled="1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2FA2C82-F7CF-516D-BCFE-BD30ECC9EA5A}"/>
              </a:ext>
            </a:extLst>
          </p:cNvPr>
          <p:cNvSpPr/>
          <p:nvPr userDrawn="1"/>
        </p:nvSpPr>
        <p:spPr>
          <a:xfrm rot="5400000" flipV="1">
            <a:off x="5778984" y="-5781463"/>
            <a:ext cx="631552" cy="12194479"/>
          </a:xfrm>
          <a:prstGeom prst="rect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t="27562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B8F8FF-3914-88F4-7096-A2992F1DABC0}"/>
              </a:ext>
            </a:extLst>
          </p:cNvPr>
          <p:cNvSpPr txBox="1"/>
          <p:nvPr userDrawn="1"/>
        </p:nvSpPr>
        <p:spPr>
          <a:xfrm>
            <a:off x="240281" y="141423"/>
            <a:ext cx="7420291" cy="3373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sz="1600" b="1" dirty="0">
                <a:solidFill>
                  <a:schemeClr val="bg1"/>
                </a:solidFill>
              </a:rPr>
              <a:t>FACULTY OF COMPUTER ENGINEERING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79A1157-FF7F-7C1B-C247-077067BBC028}"/>
              </a:ext>
            </a:extLst>
          </p:cNvPr>
          <p:cNvGrpSpPr/>
          <p:nvPr userDrawn="1"/>
        </p:nvGrpSpPr>
        <p:grpSpPr>
          <a:xfrm>
            <a:off x="4479985" y="241694"/>
            <a:ext cx="3232030" cy="768394"/>
            <a:chOff x="4280055" y="84406"/>
            <a:chExt cx="3631889" cy="863458"/>
          </a:xfrm>
        </p:grpSpPr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87F4C074-B87D-1D6E-559E-9B5F5A6D59D5}"/>
                </a:ext>
              </a:extLst>
            </p:cNvPr>
            <p:cNvSpPr/>
            <p:nvPr userDrawn="1"/>
          </p:nvSpPr>
          <p:spPr>
            <a:xfrm>
              <a:off x="4280055" y="155868"/>
              <a:ext cx="3631889" cy="71764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0" scaled="1"/>
              <a:tileRect/>
            </a:gradFill>
            <a:ln>
              <a:noFill/>
            </a:ln>
            <a:effectLst>
              <a:softEdge rad="508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051A38B1-9970-6D8A-99F0-1519F63F8C21}"/>
                </a:ext>
              </a:extLst>
            </p:cNvPr>
            <p:cNvSpPr/>
            <p:nvPr userDrawn="1"/>
          </p:nvSpPr>
          <p:spPr>
            <a:xfrm>
              <a:off x="4345594" y="214327"/>
              <a:ext cx="3500812" cy="600721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pic>
          <p:nvPicPr>
            <p:cNvPr id="14" name="Picture 13" descr="Icon&#10;&#10;Description automatically generated with medium confidence">
              <a:extLst>
                <a:ext uri="{FF2B5EF4-FFF2-40B4-BE49-F238E27FC236}">
                  <a16:creationId xmlns:a16="http://schemas.microsoft.com/office/drawing/2014/main" id="{CDAB1087-5677-0CD0-2E97-0AC0475A5D4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315084" y="84406"/>
              <a:ext cx="871486" cy="863458"/>
            </a:xfrm>
            <a:prstGeom prst="rect">
              <a:avLst/>
            </a:prstGeom>
          </p:spPr>
        </p:pic>
        <p:pic>
          <p:nvPicPr>
            <p:cNvPr id="15" name="Picture 14" descr="A picture containing clipart, vector graphics&#10;&#10;Description automatically generated">
              <a:extLst>
                <a:ext uri="{FF2B5EF4-FFF2-40B4-BE49-F238E27FC236}">
                  <a16:creationId xmlns:a16="http://schemas.microsoft.com/office/drawing/2014/main" id="{75F57DD9-9F2F-64B5-ABD6-42254D27DA8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005430" y="111027"/>
              <a:ext cx="979518" cy="810216"/>
            </a:xfrm>
            <a:prstGeom prst="rect">
              <a:avLst/>
            </a:prstGeom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4EDAAF6-0642-D0AC-8393-BCA7C5A21D37}"/>
              </a:ext>
            </a:extLst>
          </p:cNvPr>
          <p:cNvGrpSpPr/>
          <p:nvPr userDrawn="1"/>
        </p:nvGrpSpPr>
        <p:grpSpPr>
          <a:xfrm>
            <a:off x="11508226" y="6270255"/>
            <a:ext cx="546132" cy="546132"/>
            <a:chOff x="11082048" y="197383"/>
            <a:chExt cx="486579" cy="486579"/>
          </a:xfrm>
          <a:gradFill>
            <a:gsLst>
              <a:gs pos="0">
                <a:srgbClr val="38EF7D">
                  <a:alpha val="65273"/>
                </a:srgbClr>
              </a:gs>
              <a:gs pos="100000">
                <a:srgbClr val="11998E">
                  <a:alpha val="65000"/>
                </a:srgbClr>
              </a:gs>
            </a:gsLst>
            <a:lin ang="2700000" scaled="1"/>
          </a:gradFill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1D9D6F2C-9702-AFF6-0F7A-DB2E2C1FF67A}"/>
                </a:ext>
              </a:extLst>
            </p:cNvPr>
            <p:cNvSpPr/>
            <p:nvPr userDrawn="1"/>
          </p:nvSpPr>
          <p:spPr>
            <a:xfrm>
              <a:off x="11082048" y="197383"/>
              <a:ext cx="486579" cy="48657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FFED086E-27AD-496B-CF1A-0F2B00E50490}"/>
                </a:ext>
              </a:extLst>
            </p:cNvPr>
            <p:cNvSpPr/>
            <p:nvPr userDrawn="1"/>
          </p:nvSpPr>
          <p:spPr>
            <a:xfrm>
              <a:off x="11215170" y="330505"/>
              <a:ext cx="220337" cy="2203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</p:grpSp>
      <p:sp>
        <p:nvSpPr>
          <p:cNvPr id="19" name="Freeform 18">
            <a:extLst>
              <a:ext uri="{FF2B5EF4-FFF2-40B4-BE49-F238E27FC236}">
                <a16:creationId xmlns:a16="http://schemas.microsoft.com/office/drawing/2014/main" id="{C849CBBA-8A36-61D9-7C3A-A5B8C98344BA}"/>
              </a:ext>
            </a:extLst>
          </p:cNvPr>
          <p:cNvSpPr/>
          <p:nvPr userDrawn="1"/>
        </p:nvSpPr>
        <p:spPr>
          <a:xfrm>
            <a:off x="0" y="1418"/>
            <a:ext cx="12194479" cy="6863661"/>
          </a:xfrm>
          <a:custGeom>
            <a:avLst/>
            <a:gdLst>
              <a:gd name="connsiteX0" fmla="*/ 0 w 12194479"/>
              <a:gd name="connsiteY0" fmla="*/ 6598375 h 6863661"/>
              <a:gd name="connsiteX1" fmla="*/ 262456 w 12194479"/>
              <a:gd name="connsiteY1" fmla="*/ 6860831 h 6863661"/>
              <a:gd name="connsiteX2" fmla="*/ 11932023 w 12194479"/>
              <a:gd name="connsiteY2" fmla="*/ 6860831 h 6863661"/>
              <a:gd name="connsiteX3" fmla="*/ 12194479 w 12194479"/>
              <a:gd name="connsiteY3" fmla="*/ 6598375 h 6863661"/>
              <a:gd name="connsiteX4" fmla="*/ 12194479 w 12194479"/>
              <a:gd name="connsiteY4" fmla="*/ 6863661 h 6863661"/>
              <a:gd name="connsiteX5" fmla="*/ 0 w 12194479"/>
              <a:gd name="connsiteY5" fmla="*/ 6863661 h 6863661"/>
              <a:gd name="connsiteX6" fmla="*/ 0 w 12194479"/>
              <a:gd name="connsiteY6" fmla="*/ 0 h 6863661"/>
              <a:gd name="connsiteX7" fmla="*/ 12194479 w 12194479"/>
              <a:gd name="connsiteY7" fmla="*/ 0 h 6863661"/>
              <a:gd name="connsiteX8" fmla="*/ 12194479 w 12194479"/>
              <a:gd name="connsiteY8" fmla="*/ 265287 h 6863661"/>
              <a:gd name="connsiteX9" fmla="*/ 11932023 w 12194479"/>
              <a:gd name="connsiteY9" fmla="*/ 2831 h 6863661"/>
              <a:gd name="connsiteX10" fmla="*/ 262456 w 12194479"/>
              <a:gd name="connsiteY10" fmla="*/ 2831 h 6863661"/>
              <a:gd name="connsiteX11" fmla="*/ 0 w 12194479"/>
              <a:gd name="connsiteY11" fmla="*/ 265287 h 6863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4479" h="6863661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409692" y="6356350"/>
            <a:ext cx="2743200" cy="365125"/>
          </a:xfrm>
        </p:spPr>
        <p:txBody>
          <a:bodyPr/>
          <a:lstStyle>
            <a:lvl1pPr algn="ctr">
              <a:defRPr b="1"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6000" y="891895"/>
            <a:ext cx="10980000" cy="989289"/>
          </a:xfr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lang="en-US" sz="4400" b="1" kern="1200" dirty="0">
                <a:gradFill flip="none" rotWithShape="1">
                  <a:gsLst>
                    <a:gs pos="0">
                      <a:schemeClr val="accent4">
                        <a:lumMod val="75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16200000" scaled="1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6001" y="1992588"/>
            <a:ext cx="5310000" cy="643036"/>
          </a:xfrm>
        </p:spPr>
        <p:txBody>
          <a:bodyPr anchor="ctr"/>
          <a:lstStyle>
            <a:lvl1pPr marL="0" indent="0">
              <a:buNone/>
              <a:defRPr sz="2400" b="1">
                <a:gradFill flip="none" rotWithShape="1">
                  <a:gsLst>
                    <a:gs pos="0">
                      <a:schemeClr val="accent6"/>
                    </a:gs>
                    <a:gs pos="100000">
                      <a:schemeClr val="accent5"/>
                    </a:gs>
                  </a:gsLst>
                  <a:lin ang="2700000" scaled="1"/>
                  <a:tileRect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6001" y="2747028"/>
            <a:ext cx="5310000" cy="34426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76000" y="1992588"/>
            <a:ext cx="5310000" cy="643036"/>
          </a:xfrm>
        </p:spPr>
        <p:txBody>
          <a:bodyPr anchor="ctr">
            <a:normAutofit/>
          </a:bodyPr>
          <a:lstStyle>
            <a:lvl1pPr marL="0" indent="0">
              <a:buNone/>
              <a:defRPr lang="en-US" sz="2400" b="1" kern="1200" dirty="0">
                <a:gradFill flip="none" rotWithShape="1">
                  <a:gsLst>
                    <a:gs pos="0">
                      <a:schemeClr val="accent6"/>
                    </a:gs>
                    <a:gs pos="100000">
                      <a:schemeClr val="accent5"/>
                    </a:gs>
                  </a:gsLst>
                  <a:lin ang="2700000" scaled="1"/>
                  <a:tileRect/>
                </a:gra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76000" y="2747028"/>
            <a:ext cx="5310000" cy="34426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5D97B-A544-724E-B7AA-E954CECFEC59}" type="datetime3">
              <a:rPr lang="en-US" smtClean="0"/>
              <a:t>31 March 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Copyrights 2024 CE-UIT. All Rights Reserved.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F7C7FE-91AA-777B-FCF1-8DFE0AC663E2}"/>
              </a:ext>
            </a:extLst>
          </p:cNvPr>
          <p:cNvSpPr/>
          <p:nvPr userDrawn="1"/>
        </p:nvSpPr>
        <p:spPr>
          <a:xfrm rot="5400000">
            <a:off x="5778985" y="-5780045"/>
            <a:ext cx="631552" cy="12194479"/>
          </a:xfrm>
          <a:prstGeom prst="rect">
            <a:avLst/>
          </a:prstGeom>
          <a:gradFill>
            <a:gsLst>
              <a:gs pos="0">
                <a:srgbClr val="38EF7D"/>
              </a:gs>
              <a:gs pos="100000">
                <a:srgbClr val="11998E"/>
              </a:gs>
            </a:gsLst>
            <a:lin ang="5400000" scaled="1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A62D67D-95A8-A852-CF14-572C6CE00ED0}"/>
              </a:ext>
            </a:extLst>
          </p:cNvPr>
          <p:cNvSpPr/>
          <p:nvPr userDrawn="1"/>
        </p:nvSpPr>
        <p:spPr>
          <a:xfrm rot="5400000" flipV="1">
            <a:off x="5778984" y="-5781463"/>
            <a:ext cx="631552" cy="12194479"/>
          </a:xfrm>
          <a:prstGeom prst="rect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t="27562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971CB91-0E23-8BF0-4ADC-5082D6650DF4}"/>
              </a:ext>
            </a:extLst>
          </p:cNvPr>
          <p:cNvSpPr txBox="1"/>
          <p:nvPr userDrawn="1"/>
        </p:nvSpPr>
        <p:spPr>
          <a:xfrm>
            <a:off x="240281" y="141423"/>
            <a:ext cx="7420291" cy="3373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sz="1600" b="1" dirty="0">
                <a:solidFill>
                  <a:schemeClr val="bg1"/>
                </a:solidFill>
              </a:rPr>
              <a:t>FACULTY OF COMPUTER ENGINEERING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AAD86C4-FCFD-9291-27AD-78AEB135B122}"/>
              </a:ext>
            </a:extLst>
          </p:cNvPr>
          <p:cNvGrpSpPr/>
          <p:nvPr userDrawn="1"/>
        </p:nvGrpSpPr>
        <p:grpSpPr>
          <a:xfrm>
            <a:off x="4479985" y="241694"/>
            <a:ext cx="3232030" cy="768394"/>
            <a:chOff x="4280055" y="84406"/>
            <a:chExt cx="3631889" cy="863458"/>
          </a:xfrm>
        </p:grpSpPr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1CF0A3C9-A5C5-7885-0000-B445E4181054}"/>
                </a:ext>
              </a:extLst>
            </p:cNvPr>
            <p:cNvSpPr/>
            <p:nvPr userDrawn="1"/>
          </p:nvSpPr>
          <p:spPr>
            <a:xfrm>
              <a:off x="4280055" y="155868"/>
              <a:ext cx="3631889" cy="71764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0" scaled="1"/>
              <a:tileRect/>
            </a:gradFill>
            <a:ln>
              <a:noFill/>
            </a:ln>
            <a:effectLst>
              <a:softEdge rad="508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sp>
          <p:nvSpPr>
            <p:cNvPr id="15" name="Rounded Rectangle 14">
              <a:extLst>
                <a:ext uri="{FF2B5EF4-FFF2-40B4-BE49-F238E27FC236}">
                  <a16:creationId xmlns:a16="http://schemas.microsoft.com/office/drawing/2014/main" id="{2A842F66-7AA0-4602-5FF9-D5131812A65A}"/>
                </a:ext>
              </a:extLst>
            </p:cNvPr>
            <p:cNvSpPr/>
            <p:nvPr userDrawn="1"/>
          </p:nvSpPr>
          <p:spPr>
            <a:xfrm>
              <a:off x="4345594" y="214327"/>
              <a:ext cx="3500812" cy="600721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pic>
          <p:nvPicPr>
            <p:cNvPr id="16" name="Picture 15" descr="Icon&#10;&#10;Description automatically generated with medium confidence">
              <a:extLst>
                <a:ext uri="{FF2B5EF4-FFF2-40B4-BE49-F238E27FC236}">
                  <a16:creationId xmlns:a16="http://schemas.microsoft.com/office/drawing/2014/main" id="{B096FE08-51CC-1D46-80F1-45BD3824B12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315084" y="84406"/>
              <a:ext cx="871486" cy="863458"/>
            </a:xfrm>
            <a:prstGeom prst="rect">
              <a:avLst/>
            </a:prstGeom>
          </p:spPr>
        </p:pic>
        <p:pic>
          <p:nvPicPr>
            <p:cNvPr id="17" name="Picture 16" descr="A picture containing clipart, vector graphics&#10;&#10;Description automatically generated">
              <a:extLst>
                <a:ext uri="{FF2B5EF4-FFF2-40B4-BE49-F238E27FC236}">
                  <a16:creationId xmlns:a16="http://schemas.microsoft.com/office/drawing/2014/main" id="{49B7CFC8-73D7-D65B-98B9-1026DEA3128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005430" y="111027"/>
              <a:ext cx="979518" cy="810216"/>
            </a:xfrm>
            <a:prstGeom prst="rect">
              <a:avLst/>
            </a:prstGeom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A207177-F45D-1E4B-327B-7ADB21C03E0D}"/>
              </a:ext>
            </a:extLst>
          </p:cNvPr>
          <p:cNvGrpSpPr/>
          <p:nvPr userDrawn="1"/>
        </p:nvGrpSpPr>
        <p:grpSpPr>
          <a:xfrm>
            <a:off x="11508226" y="6270255"/>
            <a:ext cx="546132" cy="546132"/>
            <a:chOff x="11082048" y="197383"/>
            <a:chExt cx="486579" cy="486579"/>
          </a:xfrm>
          <a:gradFill>
            <a:gsLst>
              <a:gs pos="0">
                <a:srgbClr val="38EF7D">
                  <a:alpha val="65273"/>
                </a:srgbClr>
              </a:gs>
              <a:gs pos="100000">
                <a:srgbClr val="11998E">
                  <a:alpha val="65000"/>
                </a:srgbClr>
              </a:gs>
            </a:gsLst>
            <a:lin ang="2700000" scaled="1"/>
          </a:gra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B944A9A0-279D-4287-22A6-B50BEFA9D41A}"/>
                </a:ext>
              </a:extLst>
            </p:cNvPr>
            <p:cNvSpPr/>
            <p:nvPr userDrawn="1"/>
          </p:nvSpPr>
          <p:spPr>
            <a:xfrm>
              <a:off x="11082048" y="197383"/>
              <a:ext cx="486579" cy="48657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759E2F26-1088-5258-841C-AB0BAAE822E4}"/>
                </a:ext>
              </a:extLst>
            </p:cNvPr>
            <p:cNvSpPr/>
            <p:nvPr userDrawn="1"/>
          </p:nvSpPr>
          <p:spPr>
            <a:xfrm>
              <a:off x="11215170" y="330505"/>
              <a:ext cx="220337" cy="2203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</p:grpSp>
      <p:sp>
        <p:nvSpPr>
          <p:cNvPr id="21" name="Freeform 20">
            <a:extLst>
              <a:ext uri="{FF2B5EF4-FFF2-40B4-BE49-F238E27FC236}">
                <a16:creationId xmlns:a16="http://schemas.microsoft.com/office/drawing/2014/main" id="{E418F7BB-B3EC-2462-55FF-B70CB9656121}"/>
              </a:ext>
            </a:extLst>
          </p:cNvPr>
          <p:cNvSpPr/>
          <p:nvPr userDrawn="1"/>
        </p:nvSpPr>
        <p:spPr>
          <a:xfrm>
            <a:off x="0" y="1418"/>
            <a:ext cx="12194479" cy="6863661"/>
          </a:xfrm>
          <a:custGeom>
            <a:avLst/>
            <a:gdLst>
              <a:gd name="connsiteX0" fmla="*/ 0 w 12194479"/>
              <a:gd name="connsiteY0" fmla="*/ 6598375 h 6863661"/>
              <a:gd name="connsiteX1" fmla="*/ 262456 w 12194479"/>
              <a:gd name="connsiteY1" fmla="*/ 6860831 h 6863661"/>
              <a:gd name="connsiteX2" fmla="*/ 11932023 w 12194479"/>
              <a:gd name="connsiteY2" fmla="*/ 6860831 h 6863661"/>
              <a:gd name="connsiteX3" fmla="*/ 12194479 w 12194479"/>
              <a:gd name="connsiteY3" fmla="*/ 6598375 h 6863661"/>
              <a:gd name="connsiteX4" fmla="*/ 12194479 w 12194479"/>
              <a:gd name="connsiteY4" fmla="*/ 6863661 h 6863661"/>
              <a:gd name="connsiteX5" fmla="*/ 0 w 12194479"/>
              <a:gd name="connsiteY5" fmla="*/ 6863661 h 6863661"/>
              <a:gd name="connsiteX6" fmla="*/ 0 w 12194479"/>
              <a:gd name="connsiteY6" fmla="*/ 0 h 6863661"/>
              <a:gd name="connsiteX7" fmla="*/ 12194479 w 12194479"/>
              <a:gd name="connsiteY7" fmla="*/ 0 h 6863661"/>
              <a:gd name="connsiteX8" fmla="*/ 12194479 w 12194479"/>
              <a:gd name="connsiteY8" fmla="*/ 265287 h 6863661"/>
              <a:gd name="connsiteX9" fmla="*/ 11932023 w 12194479"/>
              <a:gd name="connsiteY9" fmla="*/ 2831 h 6863661"/>
              <a:gd name="connsiteX10" fmla="*/ 262456 w 12194479"/>
              <a:gd name="connsiteY10" fmla="*/ 2831 h 6863661"/>
              <a:gd name="connsiteX11" fmla="*/ 0 w 12194479"/>
              <a:gd name="connsiteY11" fmla="*/ 265287 h 6863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4479" h="6863661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409692" y="6356350"/>
            <a:ext cx="2743200" cy="365125"/>
          </a:xfrm>
        </p:spPr>
        <p:txBody>
          <a:bodyPr/>
          <a:lstStyle>
            <a:lvl1pPr algn="ctr">
              <a:defRPr b="1"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6000" y="977990"/>
            <a:ext cx="10980000" cy="986400"/>
          </a:xfr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lang="en-US" sz="4400" b="1" kern="1200" dirty="0">
                <a:gradFill flip="none" rotWithShape="1">
                  <a:gsLst>
                    <a:gs pos="0">
                      <a:schemeClr val="accent4">
                        <a:lumMod val="75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16200000" scaled="1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20595-1D13-FB4B-A345-0906822BCC7D}" type="datetime3">
              <a:rPr lang="en-US" smtClean="0"/>
              <a:t>31 March 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Copyrights 2024 CE-UIT. All Rights Reserved.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3636FC2-729D-C9CA-CC90-21D4CBEC73A2}"/>
              </a:ext>
            </a:extLst>
          </p:cNvPr>
          <p:cNvSpPr/>
          <p:nvPr userDrawn="1"/>
        </p:nvSpPr>
        <p:spPr>
          <a:xfrm rot="5400000">
            <a:off x="5778985" y="-5780045"/>
            <a:ext cx="631552" cy="12194479"/>
          </a:xfrm>
          <a:prstGeom prst="rect">
            <a:avLst/>
          </a:prstGeom>
          <a:gradFill>
            <a:gsLst>
              <a:gs pos="0">
                <a:srgbClr val="38EF7D"/>
              </a:gs>
              <a:gs pos="100000">
                <a:srgbClr val="11998E"/>
              </a:gs>
            </a:gsLst>
            <a:lin ang="5400000" scaled="1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AA385C0-495A-0190-FBE8-231CFC660C3A}"/>
              </a:ext>
            </a:extLst>
          </p:cNvPr>
          <p:cNvSpPr/>
          <p:nvPr userDrawn="1"/>
        </p:nvSpPr>
        <p:spPr>
          <a:xfrm rot="5400000" flipV="1">
            <a:off x="5778984" y="-5781463"/>
            <a:ext cx="631552" cy="12194479"/>
          </a:xfrm>
          <a:prstGeom prst="rect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t="27562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6AA5F0-C810-9BFE-4A24-47254E96DDA4}"/>
              </a:ext>
            </a:extLst>
          </p:cNvPr>
          <p:cNvSpPr txBox="1"/>
          <p:nvPr userDrawn="1"/>
        </p:nvSpPr>
        <p:spPr>
          <a:xfrm>
            <a:off x="240281" y="141423"/>
            <a:ext cx="7420291" cy="3373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sz="1600" b="1" dirty="0">
                <a:solidFill>
                  <a:schemeClr val="bg1"/>
                </a:solidFill>
              </a:rPr>
              <a:t>FACULTY OF COMPUTER ENGINEERING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47F5DC64-C53E-D570-F572-A07974B9F1B5}"/>
              </a:ext>
            </a:extLst>
          </p:cNvPr>
          <p:cNvGrpSpPr/>
          <p:nvPr userDrawn="1"/>
        </p:nvGrpSpPr>
        <p:grpSpPr>
          <a:xfrm>
            <a:off x="4479985" y="241694"/>
            <a:ext cx="3232030" cy="768394"/>
            <a:chOff x="4280055" y="84406"/>
            <a:chExt cx="3631889" cy="863458"/>
          </a:xfrm>
        </p:grpSpPr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FA9113C1-A485-B1D0-18A2-2B4ACB6C023B}"/>
                </a:ext>
              </a:extLst>
            </p:cNvPr>
            <p:cNvSpPr/>
            <p:nvPr userDrawn="1"/>
          </p:nvSpPr>
          <p:spPr>
            <a:xfrm>
              <a:off x="4280055" y="155868"/>
              <a:ext cx="3631889" cy="71764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0" scaled="1"/>
              <a:tileRect/>
            </a:gradFill>
            <a:ln>
              <a:noFill/>
            </a:ln>
            <a:effectLst>
              <a:softEdge rad="508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581A74BC-FADD-5AAC-4592-F1F01A7FEE2B}"/>
                </a:ext>
              </a:extLst>
            </p:cNvPr>
            <p:cNvSpPr/>
            <p:nvPr userDrawn="1"/>
          </p:nvSpPr>
          <p:spPr>
            <a:xfrm>
              <a:off x="4345594" y="214327"/>
              <a:ext cx="3500812" cy="600721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pic>
          <p:nvPicPr>
            <p:cNvPr id="12" name="Picture 11" descr="Icon&#10;&#10;Description automatically generated with medium confidence">
              <a:extLst>
                <a:ext uri="{FF2B5EF4-FFF2-40B4-BE49-F238E27FC236}">
                  <a16:creationId xmlns:a16="http://schemas.microsoft.com/office/drawing/2014/main" id="{03279EC9-0774-3A5C-2866-2FEBE99211D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315084" y="84406"/>
              <a:ext cx="871486" cy="863458"/>
            </a:xfrm>
            <a:prstGeom prst="rect">
              <a:avLst/>
            </a:prstGeom>
          </p:spPr>
        </p:pic>
        <p:pic>
          <p:nvPicPr>
            <p:cNvPr id="13" name="Picture 12" descr="A picture containing clipart, vector graphics&#10;&#10;Description automatically generated">
              <a:extLst>
                <a:ext uri="{FF2B5EF4-FFF2-40B4-BE49-F238E27FC236}">
                  <a16:creationId xmlns:a16="http://schemas.microsoft.com/office/drawing/2014/main" id="{40729B2C-F0E2-C8ED-820D-2150BC39293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005430" y="111027"/>
              <a:ext cx="979518" cy="810216"/>
            </a:xfrm>
            <a:prstGeom prst="rect">
              <a:avLst/>
            </a:prstGeom>
          </p:spPr>
        </p:pic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AD48359-0185-411D-3829-537B58B51408}"/>
              </a:ext>
            </a:extLst>
          </p:cNvPr>
          <p:cNvGrpSpPr/>
          <p:nvPr userDrawn="1"/>
        </p:nvGrpSpPr>
        <p:grpSpPr>
          <a:xfrm>
            <a:off x="11508226" y="6270255"/>
            <a:ext cx="546132" cy="546132"/>
            <a:chOff x="11082048" y="197383"/>
            <a:chExt cx="486579" cy="486579"/>
          </a:xfrm>
          <a:gradFill>
            <a:gsLst>
              <a:gs pos="0">
                <a:srgbClr val="38EF7D">
                  <a:alpha val="65273"/>
                </a:srgbClr>
              </a:gs>
              <a:gs pos="100000">
                <a:srgbClr val="11998E">
                  <a:alpha val="65000"/>
                </a:srgbClr>
              </a:gs>
            </a:gsLst>
            <a:lin ang="2700000" scaled="1"/>
          </a:gradFill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E6F2E26B-6E6E-A080-698A-20804C4088BF}"/>
                </a:ext>
              </a:extLst>
            </p:cNvPr>
            <p:cNvSpPr/>
            <p:nvPr userDrawn="1"/>
          </p:nvSpPr>
          <p:spPr>
            <a:xfrm>
              <a:off x="11082048" y="197383"/>
              <a:ext cx="486579" cy="48657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6E87EB44-478E-3F0B-3713-00B3ED19FFD9}"/>
                </a:ext>
              </a:extLst>
            </p:cNvPr>
            <p:cNvSpPr/>
            <p:nvPr userDrawn="1"/>
          </p:nvSpPr>
          <p:spPr>
            <a:xfrm>
              <a:off x="11215170" y="330505"/>
              <a:ext cx="220337" cy="2203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</p:grpSp>
      <p:sp>
        <p:nvSpPr>
          <p:cNvPr id="17" name="Freeform 16">
            <a:extLst>
              <a:ext uri="{FF2B5EF4-FFF2-40B4-BE49-F238E27FC236}">
                <a16:creationId xmlns:a16="http://schemas.microsoft.com/office/drawing/2014/main" id="{725A6CA3-8A6F-8240-FE9F-93A63D7F2742}"/>
              </a:ext>
            </a:extLst>
          </p:cNvPr>
          <p:cNvSpPr/>
          <p:nvPr userDrawn="1"/>
        </p:nvSpPr>
        <p:spPr>
          <a:xfrm>
            <a:off x="0" y="1418"/>
            <a:ext cx="12194479" cy="6863661"/>
          </a:xfrm>
          <a:custGeom>
            <a:avLst/>
            <a:gdLst>
              <a:gd name="connsiteX0" fmla="*/ 0 w 12194479"/>
              <a:gd name="connsiteY0" fmla="*/ 6598375 h 6863661"/>
              <a:gd name="connsiteX1" fmla="*/ 262456 w 12194479"/>
              <a:gd name="connsiteY1" fmla="*/ 6860831 h 6863661"/>
              <a:gd name="connsiteX2" fmla="*/ 11932023 w 12194479"/>
              <a:gd name="connsiteY2" fmla="*/ 6860831 h 6863661"/>
              <a:gd name="connsiteX3" fmla="*/ 12194479 w 12194479"/>
              <a:gd name="connsiteY3" fmla="*/ 6598375 h 6863661"/>
              <a:gd name="connsiteX4" fmla="*/ 12194479 w 12194479"/>
              <a:gd name="connsiteY4" fmla="*/ 6863661 h 6863661"/>
              <a:gd name="connsiteX5" fmla="*/ 0 w 12194479"/>
              <a:gd name="connsiteY5" fmla="*/ 6863661 h 6863661"/>
              <a:gd name="connsiteX6" fmla="*/ 0 w 12194479"/>
              <a:gd name="connsiteY6" fmla="*/ 0 h 6863661"/>
              <a:gd name="connsiteX7" fmla="*/ 12194479 w 12194479"/>
              <a:gd name="connsiteY7" fmla="*/ 0 h 6863661"/>
              <a:gd name="connsiteX8" fmla="*/ 12194479 w 12194479"/>
              <a:gd name="connsiteY8" fmla="*/ 265287 h 6863661"/>
              <a:gd name="connsiteX9" fmla="*/ 11932023 w 12194479"/>
              <a:gd name="connsiteY9" fmla="*/ 2831 h 6863661"/>
              <a:gd name="connsiteX10" fmla="*/ 262456 w 12194479"/>
              <a:gd name="connsiteY10" fmla="*/ 2831 h 6863661"/>
              <a:gd name="connsiteX11" fmla="*/ 0 w 12194479"/>
              <a:gd name="connsiteY11" fmla="*/ 265287 h 6863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4479" h="6863661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409692" y="6356350"/>
            <a:ext cx="2743200" cy="365125"/>
          </a:xfrm>
        </p:spPr>
        <p:txBody>
          <a:bodyPr/>
          <a:lstStyle>
            <a:lvl1pPr algn="ctr">
              <a:defRPr b="1"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D7E87-33E4-774F-A870-A86FB4A2E684}" type="datetime3">
              <a:rPr lang="en-US" smtClean="0"/>
              <a:t>31 March 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Copyrights 2024 CE-UIT. All Rights Reserved.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D7E87-33E4-774F-A870-A86FB4A2E684}" type="datetime3">
              <a:rPr lang="en-US" smtClean="0"/>
              <a:t>31 March 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Copyrights 2024 CE-UIT. All Rights Reserved.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69587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D7E87-33E4-774F-A870-A86FB4A2E684}" type="datetime3">
              <a:rPr lang="en-US" smtClean="0"/>
              <a:t>31 March 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Copyrights 2024 CE-UIT. All Rights Reserved.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29712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7226" y="1248198"/>
            <a:ext cx="4114799" cy="1399587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lang="en-US" sz="4000" b="1" kern="1200" dirty="0">
                <a:gradFill flip="none" rotWithShape="1">
                  <a:gsLst>
                    <a:gs pos="0">
                      <a:schemeClr val="accent4">
                        <a:lumMod val="75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16200000" scaled="1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247490"/>
            <a:ext cx="6325038" cy="478855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7226" y="2777068"/>
            <a:ext cx="4114799" cy="326691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C5163-90AE-AD4E-90CC-EF8132230884}" type="datetime3">
              <a:rPr lang="en-US" smtClean="0"/>
              <a:t>31 March 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Copyrights 2024 CE-UIT. All Rights Reserved.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9F4E612-1058-8C98-5698-29AC0F96CCFC}"/>
              </a:ext>
            </a:extLst>
          </p:cNvPr>
          <p:cNvSpPr/>
          <p:nvPr userDrawn="1"/>
        </p:nvSpPr>
        <p:spPr>
          <a:xfrm rot="5400000">
            <a:off x="5778985" y="-5780045"/>
            <a:ext cx="631552" cy="12194479"/>
          </a:xfrm>
          <a:prstGeom prst="rect">
            <a:avLst/>
          </a:prstGeom>
          <a:gradFill>
            <a:gsLst>
              <a:gs pos="0">
                <a:srgbClr val="38EF7D"/>
              </a:gs>
              <a:gs pos="100000">
                <a:srgbClr val="11998E"/>
              </a:gs>
            </a:gsLst>
            <a:lin ang="5400000" scaled="1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A6C02E4-C8F1-CFE1-7D10-8623040C9C70}"/>
              </a:ext>
            </a:extLst>
          </p:cNvPr>
          <p:cNvSpPr/>
          <p:nvPr userDrawn="1"/>
        </p:nvSpPr>
        <p:spPr>
          <a:xfrm rot="5400000" flipV="1">
            <a:off x="5778984" y="-5781463"/>
            <a:ext cx="631552" cy="12194479"/>
          </a:xfrm>
          <a:prstGeom prst="rect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t="27562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D41C53F-A49B-53F0-C3F1-679406363096}"/>
              </a:ext>
            </a:extLst>
          </p:cNvPr>
          <p:cNvSpPr txBox="1"/>
          <p:nvPr userDrawn="1"/>
        </p:nvSpPr>
        <p:spPr>
          <a:xfrm>
            <a:off x="240281" y="141423"/>
            <a:ext cx="7420291" cy="3373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sz="1600" b="1" dirty="0">
                <a:solidFill>
                  <a:schemeClr val="bg1"/>
                </a:solidFill>
              </a:rPr>
              <a:t>FACULTY OF COMPUTER ENGINEERING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4D11EC5-BDDA-E9D0-4DEA-3DF925376418}"/>
              </a:ext>
            </a:extLst>
          </p:cNvPr>
          <p:cNvGrpSpPr/>
          <p:nvPr userDrawn="1"/>
        </p:nvGrpSpPr>
        <p:grpSpPr>
          <a:xfrm>
            <a:off x="4479985" y="241694"/>
            <a:ext cx="3232030" cy="768394"/>
            <a:chOff x="4280055" y="84406"/>
            <a:chExt cx="3631889" cy="863458"/>
          </a:xfrm>
        </p:grpSpPr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1D52B6A8-0087-00B0-3232-F07D0531A071}"/>
                </a:ext>
              </a:extLst>
            </p:cNvPr>
            <p:cNvSpPr/>
            <p:nvPr userDrawn="1"/>
          </p:nvSpPr>
          <p:spPr>
            <a:xfrm>
              <a:off x="4280055" y="155868"/>
              <a:ext cx="3631889" cy="71764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0" scaled="1"/>
              <a:tileRect/>
            </a:gradFill>
            <a:ln>
              <a:noFill/>
            </a:ln>
            <a:effectLst>
              <a:softEdge rad="508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4A6EF4E7-68D7-4757-F5BC-40A00600395C}"/>
                </a:ext>
              </a:extLst>
            </p:cNvPr>
            <p:cNvSpPr/>
            <p:nvPr userDrawn="1"/>
          </p:nvSpPr>
          <p:spPr>
            <a:xfrm>
              <a:off x="4345594" y="214327"/>
              <a:ext cx="3500812" cy="600721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pic>
          <p:nvPicPr>
            <p:cNvPr id="14" name="Picture 13" descr="Icon&#10;&#10;Description automatically generated with medium confidence">
              <a:extLst>
                <a:ext uri="{FF2B5EF4-FFF2-40B4-BE49-F238E27FC236}">
                  <a16:creationId xmlns:a16="http://schemas.microsoft.com/office/drawing/2014/main" id="{FF366716-D0A3-BA9D-EAEF-1DD9CCC2F25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315084" y="84406"/>
              <a:ext cx="871486" cy="863458"/>
            </a:xfrm>
            <a:prstGeom prst="rect">
              <a:avLst/>
            </a:prstGeom>
          </p:spPr>
        </p:pic>
        <p:pic>
          <p:nvPicPr>
            <p:cNvPr id="15" name="Picture 14" descr="A picture containing clipart, vector graphics&#10;&#10;Description automatically generated">
              <a:extLst>
                <a:ext uri="{FF2B5EF4-FFF2-40B4-BE49-F238E27FC236}">
                  <a16:creationId xmlns:a16="http://schemas.microsoft.com/office/drawing/2014/main" id="{B3C5B766-CE3D-A784-0576-67400911DFF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005430" y="111027"/>
              <a:ext cx="979518" cy="810216"/>
            </a:xfrm>
            <a:prstGeom prst="rect">
              <a:avLst/>
            </a:prstGeom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CC0EBB2-4B0D-F995-4530-D9916005BC53}"/>
              </a:ext>
            </a:extLst>
          </p:cNvPr>
          <p:cNvGrpSpPr/>
          <p:nvPr userDrawn="1"/>
        </p:nvGrpSpPr>
        <p:grpSpPr>
          <a:xfrm>
            <a:off x="11508226" y="6270255"/>
            <a:ext cx="546132" cy="546132"/>
            <a:chOff x="11082048" y="197383"/>
            <a:chExt cx="486579" cy="486579"/>
          </a:xfrm>
          <a:gradFill>
            <a:gsLst>
              <a:gs pos="0">
                <a:srgbClr val="38EF7D">
                  <a:alpha val="65273"/>
                </a:srgbClr>
              </a:gs>
              <a:gs pos="100000">
                <a:srgbClr val="11998E">
                  <a:alpha val="65000"/>
                </a:srgbClr>
              </a:gs>
            </a:gsLst>
            <a:lin ang="2700000" scaled="1"/>
          </a:gradFill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3F1E5B57-26E0-13A1-B4C3-FBB674F761F8}"/>
                </a:ext>
              </a:extLst>
            </p:cNvPr>
            <p:cNvSpPr/>
            <p:nvPr userDrawn="1"/>
          </p:nvSpPr>
          <p:spPr>
            <a:xfrm>
              <a:off x="11082048" y="197383"/>
              <a:ext cx="486579" cy="48657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01CDAB9-F5F1-D42C-1271-4A7D18D9DC06}"/>
                </a:ext>
              </a:extLst>
            </p:cNvPr>
            <p:cNvSpPr/>
            <p:nvPr userDrawn="1"/>
          </p:nvSpPr>
          <p:spPr>
            <a:xfrm>
              <a:off x="11215170" y="330505"/>
              <a:ext cx="220337" cy="2203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</p:grpSp>
      <p:sp>
        <p:nvSpPr>
          <p:cNvPr id="19" name="Freeform 18">
            <a:extLst>
              <a:ext uri="{FF2B5EF4-FFF2-40B4-BE49-F238E27FC236}">
                <a16:creationId xmlns:a16="http://schemas.microsoft.com/office/drawing/2014/main" id="{2AB873A6-A6DD-3337-0E8F-2FC03C939D1C}"/>
              </a:ext>
            </a:extLst>
          </p:cNvPr>
          <p:cNvSpPr/>
          <p:nvPr userDrawn="1"/>
        </p:nvSpPr>
        <p:spPr>
          <a:xfrm>
            <a:off x="0" y="1418"/>
            <a:ext cx="12194479" cy="6863661"/>
          </a:xfrm>
          <a:custGeom>
            <a:avLst/>
            <a:gdLst>
              <a:gd name="connsiteX0" fmla="*/ 0 w 12194479"/>
              <a:gd name="connsiteY0" fmla="*/ 6598375 h 6863661"/>
              <a:gd name="connsiteX1" fmla="*/ 262456 w 12194479"/>
              <a:gd name="connsiteY1" fmla="*/ 6860831 h 6863661"/>
              <a:gd name="connsiteX2" fmla="*/ 11932023 w 12194479"/>
              <a:gd name="connsiteY2" fmla="*/ 6860831 h 6863661"/>
              <a:gd name="connsiteX3" fmla="*/ 12194479 w 12194479"/>
              <a:gd name="connsiteY3" fmla="*/ 6598375 h 6863661"/>
              <a:gd name="connsiteX4" fmla="*/ 12194479 w 12194479"/>
              <a:gd name="connsiteY4" fmla="*/ 6863661 h 6863661"/>
              <a:gd name="connsiteX5" fmla="*/ 0 w 12194479"/>
              <a:gd name="connsiteY5" fmla="*/ 6863661 h 6863661"/>
              <a:gd name="connsiteX6" fmla="*/ 0 w 12194479"/>
              <a:gd name="connsiteY6" fmla="*/ 0 h 6863661"/>
              <a:gd name="connsiteX7" fmla="*/ 12194479 w 12194479"/>
              <a:gd name="connsiteY7" fmla="*/ 0 h 6863661"/>
              <a:gd name="connsiteX8" fmla="*/ 12194479 w 12194479"/>
              <a:gd name="connsiteY8" fmla="*/ 265287 h 6863661"/>
              <a:gd name="connsiteX9" fmla="*/ 11932023 w 12194479"/>
              <a:gd name="connsiteY9" fmla="*/ 2831 h 6863661"/>
              <a:gd name="connsiteX10" fmla="*/ 262456 w 12194479"/>
              <a:gd name="connsiteY10" fmla="*/ 2831 h 6863661"/>
              <a:gd name="connsiteX11" fmla="*/ 0 w 12194479"/>
              <a:gd name="connsiteY11" fmla="*/ 265287 h 6863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4479" h="6863661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409692" y="6356350"/>
            <a:ext cx="2743200" cy="365125"/>
          </a:xfrm>
        </p:spPr>
        <p:txBody>
          <a:bodyPr/>
          <a:lstStyle>
            <a:lvl1pPr algn="ctr">
              <a:defRPr b="1"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7226" y="1270699"/>
            <a:ext cx="4114799" cy="1162180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lang="en-US" sz="4000" b="1" kern="1200" dirty="0">
                <a:gradFill flip="none" rotWithShape="1">
                  <a:gsLst>
                    <a:gs pos="0">
                      <a:schemeClr val="accent4">
                        <a:lumMod val="75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16200000" scaled="1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1270699"/>
            <a:ext cx="6325038" cy="479649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7226" y="2561454"/>
            <a:ext cx="4114799" cy="35057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3818E-E997-CB43-BA3A-7A12F66A1845}" type="datetime3">
              <a:rPr lang="en-US" smtClean="0"/>
              <a:t>31 March 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Copyrights 2024 CE-UIT. All Rights Reserved.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E772E24-BD94-18AA-FD01-31FA7CF5560F}"/>
              </a:ext>
            </a:extLst>
          </p:cNvPr>
          <p:cNvSpPr/>
          <p:nvPr userDrawn="1"/>
        </p:nvSpPr>
        <p:spPr>
          <a:xfrm rot="5400000">
            <a:off x="5778985" y="-5780045"/>
            <a:ext cx="631552" cy="12194479"/>
          </a:xfrm>
          <a:prstGeom prst="rect">
            <a:avLst/>
          </a:prstGeom>
          <a:gradFill>
            <a:gsLst>
              <a:gs pos="0">
                <a:srgbClr val="38EF7D"/>
              </a:gs>
              <a:gs pos="100000">
                <a:srgbClr val="11998E"/>
              </a:gs>
            </a:gsLst>
            <a:lin ang="5400000" scaled="1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BE4A83D-52D2-F989-EF30-67F8142259A4}"/>
              </a:ext>
            </a:extLst>
          </p:cNvPr>
          <p:cNvSpPr/>
          <p:nvPr userDrawn="1"/>
        </p:nvSpPr>
        <p:spPr>
          <a:xfrm rot="5400000" flipV="1">
            <a:off x="5778984" y="-5781463"/>
            <a:ext cx="631552" cy="12194479"/>
          </a:xfrm>
          <a:prstGeom prst="rect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t="27562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C0737FF-EF11-8E07-04CA-FAD856E16DB6}"/>
              </a:ext>
            </a:extLst>
          </p:cNvPr>
          <p:cNvSpPr txBox="1"/>
          <p:nvPr userDrawn="1"/>
        </p:nvSpPr>
        <p:spPr>
          <a:xfrm>
            <a:off x="240281" y="141423"/>
            <a:ext cx="7420291" cy="3373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sz="1600" b="1" dirty="0">
                <a:solidFill>
                  <a:schemeClr val="bg1"/>
                </a:solidFill>
              </a:rPr>
              <a:t>FACULTY OF COMPUTER ENGINEERING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AD20DF5-E25A-3691-7DBA-3D6427D54E16}"/>
              </a:ext>
            </a:extLst>
          </p:cNvPr>
          <p:cNvGrpSpPr/>
          <p:nvPr userDrawn="1"/>
        </p:nvGrpSpPr>
        <p:grpSpPr>
          <a:xfrm>
            <a:off x="4479985" y="241694"/>
            <a:ext cx="3232030" cy="768394"/>
            <a:chOff x="4280055" y="84406"/>
            <a:chExt cx="3631889" cy="863458"/>
          </a:xfrm>
        </p:grpSpPr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667AD773-D1F6-2C2E-459A-06DB6685C3FB}"/>
                </a:ext>
              </a:extLst>
            </p:cNvPr>
            <p:cNvSpPr/>
            <p:nvPr userDrawn="1"/>
          </p:nvSpPr>
          <p:spPr>
            <a:xfrm>
              <a:off x="4280055" y="155868"/>
              <a:ext cx="3631889" cy="71764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0" scaled="1"/>
              <a:tileRect/>
            </a:gradFill>
            <a:ln>
              <a:noFill/>
            </a:ln>
            <a:effectLst>
              <a:softEdge rad="508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638EDDB1-984D-1061-4FC7-D2B6F17C5211}"/>
                </a:ext>
              </a:extLst>
            </p:cNvPr>
            <p:cNvSpPr/>
            <p:nvPr userDrawn="1"/>
          </p:nvSpPr>
          <p:spPr>
            <a:xfrm>
              <a:off x="4345594" y="214327"/>
              <a:ext cx="3500812" cy="600721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pic>
          <p:nvPicPr>
            <p:cNvPr id="14" name="Picture 13" descr="Icon&#10;&#10;Description automatically generated with medium confidence">
              <a:extLst>
                <a:ext uri="{FF2B5EF4-FFF2-40B4-BE49-F238E27FC236}">
                  <a16:creationId xmlns:a16="http://schemas.microsoft.com/office/drawing/2014/main" id="{E076CEEA-0F0E-CB1E-716A-FD615E82AB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315084" y="84406"/>
              <a:ext cx="871486" cy="863458"/>
            </a:xfrm>
            <a:prstGeom prst="rect">
              <a:avLst/>
            </a:prstGeom>
          </p:spPr>
        </p:pic>
        <p:pic>
          <p:nvPicPr>
            <p:cNvPr id="15" name="Picture 14" descr="A picture containing clipart, vector graphics&#10;&#10;Description automatically generated">
              <a:extLst>
                <a:ext uri="{FF2B5EF4-FFF2-40B4-BE49-F238E27FC236}">
                  <a16:creationId xmlns:a16="http://schemas.microsoft.com/office/drawing/2014/main" id="{AE0E7314-9B82-0D4E-10FD-26E7AC94AE8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005430" y="111027"/>
              <a:ext cx="979518" cy="810216"/>
            </a:xfrm>
            <a:prstGeom prst="rect">
              <a:avLst/>
            </a:prstGeom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87DE05D-821F-6133-B08D-FBA35FA266C4}"/>
              </a:ext>
            </a:extLst>
          </p:cNvPr>
          <p:cNvGrpSpPr/>
          <p:nvPr userDrawn="1"/>
        </p:nvGrpSpPr>
        <p:grpSpPr>
          <a:xfrm>
            <a:off x="11508226" y="6270255"/>
            <a:ext cx="546132" cy="546132"/>
            <a:chOff x="11082048" y="197383"/>
            <a:chExt cx="486579" cy="486579"/>
          </a:xfrm>
          <a:gradFill>
            <a:gsLst>
              <a:gs pos="0">
                <a:srgbClr val="38EF7D">
                  <a:alpha val="65273"/>
                </a:srgbClr>
              </a:gs>
              <a:gs pos="100000">
                <a:srgbClr val="11998E">
                  <a:alpha val="65000"/>
                </a:srgbClr>
              </a:gs>
            </a:gsLst>
            <a:lin ang="2700000" scaled="1"/>
          </a:gradFill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C20B1677-C94F-846B-77EE-9A193D11F54B}"/>
                </a:ext>
              </a:extLst>
            </p:cNvPr>
            <p:cNvSpPr/>
            <p:nvPr userDrawn="1"/>
          </p:nvSpPr>
          <p:spPr>
            <a:xfrm>
              <a:off x="11082048" y="197383"/>
              <a:ext cx="486579" cy="48657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5A92C3F-4715-4909-6588-378EC050C246}"/>
                </a:ext>
              </a:extLst>
            </p:cNvPr>
            <p:cNvSpPr/>
            <p:nvPr userDrawn="1"/>
          </p:nvSpPr>
          <p:spPr>
            <a:xfrm>
              <a:off x="11215170" y="330505"/>
              <a:ext cx="220337" cy="2203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</p:grpSp>
      <p:sp>
        <p:nvSpPr>
          <p:cNvPr id="19" name="Freeform 18">
            <a:extLst>
              <a:ext uri="{FF2B5EF4-FFF2-40B4-BE49-F238E27FC236}">
                <a16:creationId xmlns:a16="http://schemas.microsoft.com/office/drawing/2014/main" id="{AC99D0E8-C446-4E6E-2E7F-3C5E6A007D9D}"/>
              </a:ext>
            </a:extLst>
          </p:cNvPr>
          <p:cNvSpPr/>
          <p:nvPr userDrawn="1"/>
        </p:nvSpPr>
        <p:spPr>
          <a:xfrm>
            <a:off x="0" y="1418"/>
            <a:ext cx="12194479" cy="6863661"/>
          </a:xfrm>
          <a:custGeom>
            <a:avLst/>
            <a:gdLst>
              <a:gd name="connsiteX0" fmla="*/ 0 w 12194479"/>
              <a:gd name="connsiteY0" fmla="*/ 6598375 h 6863661"/>
              <a:gd name="connsiteX1" fmla="*/ 262456 w 12194479"/>
              <a:gd name="connsiteY1" fmla="*/ 6860831 h 6863661"/>
              <a:gd name="connsiteX2" fmla="*/ 11932023 w 12194479"/>
              <a:gd name="connsiteY2" fmla="*/ 6860831 h 6863661"/>
              <a:gd name="connsiteX3" fmla="*/ 12194479 w 12194479"/>
              <a:gd name="connsiteY3" fmla="*/ 6598375 h 6863661"/>
              <a:gd name="connsiteX4" fmla="*/ 12194479 w 12194479"/>
              <a:gd name="connsiteY4" fmla="*/ 6863661 h 6863661"/>
              <a:gd name="connsiteX5" fmla="*/ 0 w 12194479"/>
              <a:gd name="connsiteY5" fmla="*/ 6863661 h 6863661"/>
              <a:gd name="connsiteX6" fmla="*/ 0 w 12194479"/>
              <a:gd name="connsiteY6" fmla="*/ 0 h 6863661"/>
              <a:gd name="connsiteX7" fmla="*/ 12194479 w 12194479"/>
              <a:gd name="connsiteY7" fmla="*/ 0 h 6863661"/>
              <a:gd name="connsiteX8" fmla="*/ 12194479 w 12194479"/>
              <a:gd name="connsiteY8" fmla="*/ 265287 h 6863661"/>
              <a:gd name="connsiteX9" fmla="*/ 11932023 w 12194479"/>
              <a:gd name="connsiteY9" fmla="*/ 2831 h 6863661"/>
              <a:gd name="connsiteX10" fmla="*/ 262456 w 12194479"/>
              <a:gd name="connsiteY10" fmla="*/ 2831 h 6863661"/>
              <a:gd name="connsiteX11" fmla="*/ 0 w 12194479"/>
              <a:gd name="connsiteY11" fmla="*/ 265287 h 6863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4479" h="6863661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409692" y="6356350"/>
            <a:ext cx="2743200" cy="365125"/>
          </a:xfrm>
        </p:spPr>
        <p:txBody>
          <a:bodyPr/>
          <a:lstStyle>
            <a:lvl1pPr algn="ctr">
              <a:defRPr b="1"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29761"/>
            <a:ext cx="10515600" cy="776548"/>
          </a:xfr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lang="en-US" sz="4400" b="1" kern="1200" dirty="0">
                <a:gradFill flip="none" rotWithShape="1">
                  <a:gsLst>
                    <a:gs pos="0">
                      <a:schemeClr val="accent4">
                        <a:lumMod val="75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16200000" scaled="1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792404"/>
            <a:ext cx="10515600" cy="438455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C75B1-5554-9E4B-9A38-5905F72F5940}" type="datetime3">
              <a:rPr lang="en-US" smtClean="0"/>
              <a:t>31 March 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Copyrights 2024 CE-UIT. All Rights Reserved.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BDC0A23-1328-52C6-A081-D12BD93902E5}"/>
              </a:ext>
            </a:extLst>
          </p:cNvPr>
          <p:cNvSpPr/>
          <p:nvPr userDrawn="1"/>
        </p:nvSpPr>
        <p:spPr>
          <a:xfrm rot="5400000">
            <a:off x="5778985" y="-5780045"/>
            <a:ext cx="631552" cy="12194479"/>
          </a:xfrm>
          <a:prstGeom prst="rect">
            <a:avLst/>
          </a:prstGeom>
          <a:gradFill>
            <a:gsLst>
              <a:gs pos="0">
                <a:srgbClr val="38EF7D"/>
              </a:gs>
              <a:gs pos="100000">
                <a:srgbClr val="11998E"/>
              </a:gs>
            </a:gsLst>
            <a:lin ang="5400000" scaled="1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5CE3DD9-51D1-E19D-3E06-90C65EDEDC8F}"/>
              </a:ext>
            </a:extLst>
          </p:cNvPr>
          <p:cNvSpPr/>
          <p:nvPr userDrawn="1"/>
        </p:nvSpPr>
        <p:spPr>
          <a:xfrm rot="5400000" flipV="1">
            <a:off x="5778984" y="-5781463"/>
            <a:ext cx="631552" cy="12194479"/>
          </a:xfrm>
          <a:prstGeom prst="rect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t="27562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BB84F3-1D66-E2E8-E826-723A4E767341}"/>
              </a:ext>
            </a:extLst>
          </p:cNvPr>
          <p:cNvSpPr txBox="1"/>
          <p:nvPr userDrawn="1"/>
        </p:nvSpPr>
        <p:spPr>
          <a:xfrm>
            <a:off x="240281" y="141423"/>
            <a:ext cx="7420291" cy="3373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sz="1600" b="1" dirty="0">
                <a:solidFill>
                  <a:schemeClr val="bg1"/>
                </a:solidFill>
              </a:rPr>
              <a:t>FACULTY OF COMPUTER ENGINEERING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CEAF201-E1DC-4486-4B93-4B7F751A4654}"/>
              </a:ext>
            </a:extLst>
          </p:cNvPr>
          <p:cNvGrpSpPr/>
          <p:nvPr userDrawn="1"/>
        </p:nvGrpSpPr>
        <p:grpSpPr>
          <a:xfrm>
            <a:off x="4479985" y="241694"/>
            <a:ext cx="3232030" cy="768394"/>
            <a:chOff x="4280055" y="84406"/>
            <a:chExt cx="3631889" cy="863458"/>
          </a:xfrm>
        </p:grpSpPr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E5497DE0-0B16-BC6B-6FF5-9B929CD769D5}"/>
                </a:ext>
              </a:extLst>
            </p:cNvPr>
            <p:cNvSpPr/>
            <p:nvPr userDrawn="1"/>
          </p:nvSpPr>
          <p:spPr>
            <a:xfrm>
              <a:off x="4280055" y="155868"/>
              <a:ext cx="3631889" cy="71764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0" scaled="1"/>
              <a:tileRect/>
            </a:gradFill>
            <a:ln>
              <a:noFill/>
            </a:ln>
            <a:effectLst>
              <a:softEdge rad="508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329FDB57-B8ED-7771-901B-1E7618CEFA1A}"/>
                </a:ext>
              </a:extLst>
            </p:cNvPr>
            <p:cNvSpPr/>
            <p:nvPr userDrawn="1"/>
          </p:nvSpPr>
          <p:spPr>
            <a:xfrm>
              <a:off x="4345594" y="214327"/>
              <a:ext cx="3500812" cy="600721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pic>
          <p:nvPicPr>
            <p:cNvPr id="13" name="Picture 12" descr="Icon&#10;&#10;Description automatically generated with medium confidence">
              <a:extLst>
                <a:ext uri="{FF2B5EF4-FFF2-40B4-BE49-F238E27FC236}">
                  <a16:creationId xmlns:a16="http://schemas.microsoft.com/office/drawing/2014/main" id="{70695794-09CF-65D2-FE84-CDEAC819428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315084" y="84406"/>
              <a:ext cx="871486" cy="863458"/>
            </a:xfrm>
            <a:prstGeom prst="rect">
              <a:avLst/>
            </a:prstGeom>
          </p:spPr>
        </p:pic>
        <p:pic>
          <p:nvPicPr>
            <p:cNvPr id="14" name="Picture 13" descr="A picture containing clipart, vector graphics&#10;&#10;Description automatically generated">
              <a:extLst>
                <a:ext uri="{FF2B5EF4-FFF2-40B4-BE49-F238E27FC236}">
                  <a16:creationId xmlns:a16="http://schemas.microsoft.com/office/drawing/2014/main" id="{07E79F0D-50D3-99AC-B977-26D27AD098B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005430" y="111027"/>
              <a:ext cx="979518" cy="810216"/>
            </a:xfrm>
            <a:prstGeom prst="rect">
              <a:avLst/>
            </a:prstGeom>
          </p:spPr>
        </p:pic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6E71496-B352-9AE6-2AFB-7F84245DBA7F}"/>
              </a:ext>
            </a:extLst>
          </p:cNvPr>
          <p:cNvGrpSpPr/>
          <p:nvPr userDrawn="1"/>
        </p:nvGrpSpPr>
        <p:grpSpPr>
          <a:xfrm>
            <a:off x="11508226" y="6270255"/>
            <a:ext cx="546132" cy="546132"/>
            <a:chOff x="11082048" y="197383"/>
            <a:chExt cx="486579" cy="486579"/>
          </a:xfrm>
          <a:gradFill>
            <a:gsLst>
              <a:gs pos="0">
                <a:srgbClr val="38EF7D">
                  <a:alpha val="65273"/>
                </a:srgbClr>
              </a:gs>
              <a:gs pos="100000">
                <a:srgbClr val="11998E">
                  <a:alpha val="65000"/>
                </a:srgbClr>
              </a:gs>
            </a:gsLst>
            <a:lin ang="2700000" scaled="1"/>
          </a:gradFill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741E81DB-4E8D-E98B-BF91-1CFFC0BAEBDF}"/>
                </a:ext>
              </a:extLst>
            </p:cNvPr>
            <p:cNvSpPr/>
            <p:nvPr userDrawn="1"/>
          </p:nvSpPr>
          <p:spPr>
            <a:xfrm>
              <a:off x="11082048" y="197383"/>
              <a:ext cx="486579" cy="48657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33025DD8-AFB9-10B6-DDE8-D2282F9E5CE3}"/>
                </a:ext>
              </a:extLst>
            </p:cNvPr>
            <p:cNvSpPr/>
            <p:nvPr userDrawn="1"/>
          </p:nvSpPr>
          <p:spPr>
            <a:xfrm>
              <a:off x="11215170" y="330505"/>
              <a:ext cx="220337" cy="2203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</p:grpSp>
      <p:sp>
        <p:nvSpPr>
          <p:cNvPr id="18" name="Freeform 17">
            <a:extLst>
              <a:ext uri="{FF2B5EF4-FFF2-40B4-BE49-F238E27FC236}">
                <a16:creationId xmlns:a16="http://schemas.microsoft.com/office/drawing/2014/main" id="{4F0D81A6-FA21-21F6-FF6F-EFBBD913E859}"/>
              </a:ext>
            </a:extLst>
          </p:cNvPr>
          <p:cNvSpPr/>
          <p:nvPr userDrawn="1"/>
        </p:nvSpPr>
        <p:spPr>
          <a:xfrm>
            <a:off x="0" y="1418"/>
            <a:ext cx="12194479" cy="6863661"/>
          </a:xfrm>
          <a:custGeom>
            <a:avLst/>
            <a:gdLst>
              <a:gd name="connsiteX0" fmla="*/ 0 w 12194479"/>
              <a:gd name="connsiteY0" fmla="*/ 6598375 h 6863661"/>
              <a:gd name="connsiteX1" fmla="*/ 262456 w 12194479"/>
              <a:gd name="connsiteY1" fmla="*/ 6860831 h 6863661"/>
              <a:gd name="connsiteX2" fmla="*/ 11932023 w 12194479"/>
              <a:gd name="connsiteY2" fmla="*/ 6860831 h 6863661"/>
              <a:gd name="connsiteX3" fmla="*/ 12194479 w 12194479"/>
              <a:gd name="connsiteY3" fmla="*/ 6598375 h 6863661"/>
              <a:gd name="connsiteX4" fmla="*/ 12194479 w 12194479"/>
              <a:gd name="connsiteY4" fmla="*/ 6863661 h 6863661"/>
              <a:gd name="connsiteX5" fmla="*/ 0 w 12194479"/>
              <a:gd name="connsiteY5" fmla="*/ 6863661 h 6863661"/>
              <a:gd name="connsiteX6" fmla="*/ 0 w 12194479"/>
              <a:gd name="connsiteY6" fmla="*/ 0 h 6863661"/>
              <a:gd name="connsiteX7" fmla="*/ 12194479 w 12194479"/>
              <a:gd name="connsiteY7" fmla="*/ 0 h 6863661"/>
              <a:gd name="connsiteX8" fmla="*/ 12194479 w 12194479"/>
              <a:gd name="connsiteY8" fmla="*/ 265287 h 6863661"/>
              <a:gd name="connsiteX9" fmla="*/ 11932023 w 12194479"/>
              <a:gd name="connsiteY9" fmla="*/ 2831 h 6863661"/>
              <a:gd name="connsiteX10" fmla="*/ 262456 w 12194479"/>
              <a:gd name="connsiteY10" fmla="*/ 2831 h 6863661"/>
              <a:gd name="connsiteX11" fmla="*/ 0 w 12194479"/>
              <a:gd name="connsiteY11" fmla="*/ 265287 h 6863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4479" h="6863661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09692" y="6356350"/>
            <a:ext cx="2743200" cy="365125"/>
          </a:xfrm>
        </p:spPr>
        <p:txBody>
          <a:bodyPr/>
          <a:lstStyle>
            <a:lvl1pPr algn="ctr">
              <a:defRPr b="1"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1038421"/>
            <a:ext cx="2628900" cy="5138542"/>
          </a:xfrm>
        </p:spPr>
        <p:txBody>
          <a:bodyPr vert="eaVer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lang="en-US" sz="4400" b="1" kern="1200" dirty="0">
                <a:gradFill flip="none" rotWithShape="1">
                  <a:gsLst>
                    <a:gs pos="0">
                      <a:schemeClr val="accent4">
                        <a:lumMod val="75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16200000" scaled="1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038421"/>
            <a:ext cx="7734300" cy="513854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64986-AD58-F748-BD5B-19DAFB14C4B2}" type="datetime3">
              <a:rPr lang="en-US" smtClean="0"/>
              <a:t>31 March 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Copyrights 2024 CE-UIT. All Rights Reserved.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C7F3936-136F-C194-2C47-66CE68C8B563}"/>
              </a:ext>
            </a:extLst>
          </p:cNvPr>
          <p:cNvSpPr/>
          <p:nvPr userDrawn="1"/>
        </p:nvSpPr>
        <p:spPr>
          <a:xfrm rot="5400000">
            <a:off x="5778985" y="-5780045"/>
            <a:ext cx="631552" cy="12194479"/>
          </a:xfrm>
          <a:prstGeom prst="rect">
            <a:avLst/>
          </a:prstGeom>
          <a:gradFill>
            <a:gsLst>
              <a:gs pos="0">
                <a:srgbClr val="38EF7D"/>
              </a:gs>
              <a:gs pos="100000">
                <a:srgbClr val="11998E"/>
              </a:gs>
            </a:gsLst>
            <a:lin ang="5400000" scaled="1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EAECB53-429D-BB1E-41F9-39259E111926}"/>
              </a:ext>
            </a:extLst>
          </p:cNvPr>
          <p:cNvSpPr/>
          <p:nvPr userDrawn="1"/>
        </p:nvSpPr>
        <p:spPr>
          <a:xfrm rot="5400000" flipV="1">
            <a:off x="5778984" y="-5781463"/>
            <a:ext cx="631552" cy="12194479"/>
          </a:xfrm>
          <a:prstGeom prst="rect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t="27562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02EFEB-91F7-F4A9-6DC7-57C29D79F9F9}"/>
              </a:ext>
            </a:extLst>
          </p:cNvPr>
          <p:cNvSpPr txBox="1"/>
          <p:nvPr userDrawn="1"/>
        </p:nvSpPr>
        <p:spPr>
          <a:xfrm>
            <a:off x="240281" y="141423"/>
            <a:ext cx="7420291" cy="3373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sz="1600" b="1" dirty="0">
                <a:solidFill>
                  <a:schemeClr val="bg1"/>
                </a:solidFill>
              </a:rPr>
              <a:t>FACULTY OF COMPUTER ENGINEERING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8202369-F8E5-A40E-96BF-5D9E8B5F1F16}"/>
              </a:ext>
            </a:extLst>
          </p:cNvPr>
          <p:cNvGrpSpPr/>
          <p:nvPr userDrawn="1"/>
        </p:nvGrpSpPr>
        <p:grpSpPr>
          <a:xfrm>
            <a:off x="4479985" y="241694"/>
            <a:ext cx="3232030" cy="768394"/>
            <a:chOff x="4280055" y="84406"/>
            <a:chExt cx="3631889" cy="863458"/>
          </a:xfrm>
        </p:grpSpPr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548153D4-0D7E-5E40-CC29-BA0D3438A6E0}"/>
                </a:ext>
              </a:extLst>
            </p:cNvPr>
            <p:cNvSpPr/>
            <p:nvPr userDrawn="1"/>
          </p:nvSpPr>
          <p:spPr>
            <a:xfrm>
              <a:off x="4280055" y="155868"/>
              <a:ext cx="3631889" cy="71764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0" scaled="1"/>
              <a:tileRect/>
            </a:gradFill>
            <a:ln>
              <a:noFill/>
            </a:ln>
            <a:effectLst>
              <a:softEdge rad="508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25D12D13-7CA6-581B-369D-0786B7CDA747}"/>
                </a:ext>
              </a:extLst>
            </p:cNvPr>
            <p:cNvSpPr/>
            <p:nvPr userDrawn="1"/>
          </p:nvSpPr>
          <p:spPr>
            <a:xfrm>
              <a:off x="4345594" y="214327"/>
              <a:ext cx="3500812" cy="600721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pic>
          <p:nvPicPr>
            <p:cNvPr id="13" name="Picture 12" descr="Icon&#10;&#10;Description automatically generated with medium confidence">
              <a:extLst>
                <a:ext uri="{FF2B5EF4-FFF2-40B4-BE49-F238E27FC236}">
                  <a16:creationId xmlns:a16="http://schemas.microsoft.com/office/drawing/2014/main" id="{C7D78A2B-7E0F-7276-F0FD-6896232239F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315084" y="84406"/>
              <a:ext cx="871486" cy="863458"/>
            </a:xfrm>
            <a:prstGeom prst="rect">
              <a:avLst/>
            </a:prstGeom>
          </p:spPr>
        </p:pic>
        <p:pic>
          <p:nvPicPr>
            <p:cNvPr id="14" name="Picture 13" descr="A picture containing clipart, vector graphics&#10;&#10;Description automatically generated">
              <a:extLst>
                <a:ext uri="{FF2B5EF4-FFF2-40B4-BE49-F238E27FC236}">
                  <a16:creationId xmlns:a16="http://schemas.microsoft.com/office/drawing/2014/main" id="{774A90A5-5FD0-9383-6265-C82BA61F99A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005430" y="111027"/>
              <a:ext cx="979518" cy="810216"/>
            </a:xfrm>
            <a:prstGeom prst="rect">
              <a:avLst/>
            </a:prstGeom>
          </p:spPr>
        </p:pic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4949A0B-E506-5DE7-2A23-C2CA5436DE0A}"/>
              </a:ext>
            </a:extLst>
          </p:cNvPr>
          <p:cNvGrpSpPr/>
          <p:nvPr userDrawn="1"/>
        </p:nvGrpSpPr>
        <p:grpSpPr>
          <a:xfrm>
            <a:off x="11508226" y="6270255"/>
            <a:ext cx="546132" cy="546132"/>
            <a:chOff x="11082048" y="197383"/>
            <a:chExt cx="486579" cy="486579"/>
          </a:xfrm>
          <a:gradFill>
            <a:gsLst>
              <a:gs pos="0">
                <a:srgbClr val="38EF7D">
                  <a:alpha val="65273"/>
                </a:srgbClr>
              </a:gs>
              <a:gs pos="100000">
                <a:srgbClr val="11998E">
                  <a:alpha val="65000"/>
                </a:srgbClr>
              </a:gs>
            </a:gsLst>
            <a:lin ang="2700000" scaled="1"/>
          </a:gradFill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FD395D56-A0D5-B2F3-8B05-9F07E63BF0C4}"/>
                </a:ext>
              </a:extLst>
            </p:cNvPr>
            <p:cNvSpPr/>
            <p:nvPr userDrawn="1"/>
          </p:nvSpPr>
          <p:spPr>
            <a:xfrm>
              <a:off x="11082048" y="197383"/>
              <a:ext cx="486579" cy="48657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7BF5558D-A677-95F7-5700-2D1E71FBD838}"/>
                </a:ext>
              </a:extLst>
            </p:cNvPr>
            <p:cNvSpPr/>
            <p:nvPr userDrawn="1"/>
          </p:nvSpPr>
          <p:spPr>
            <a:xfrm>
              <a:off x="11215170" y="330505"/>
              <a:ext cx="220337" cy="2203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</p:grpSp>
      <p:sp>
        <p:nvSpPr>
          <p:cNvPr id="18" name="Freeform 17">
            <a:extLst>
              <a:ext uri="{FF2B5EF4-FFF2-40B4-BE49-F238E27FC236}">
                <a16:creationId xmlns:a16="http://schemas.microsoft.com/office/drawing/2014/main" id="{A797F9EA-0DAE-4EA8-F91E-D25EC18E94F5}"/>
              </a:ext>
            </a:extLst>
          </p:cNvPr>
          <p:cNvSpPr/>
          <p:nvPr userDrawn="1"/>
        </p:nvSpPr>
        <p:spPr>
          <a:xfrm>
            <a:off x="0" y="1418"/>
            <a:ext cx="12194479" cy="6863661"/>
          </a:xfrm>
          <a:custGeom>
            <a:avLst/>
            <a:gdLst>
              <a:gd name="connsiteX0" fmla="*/ 0 w 12194479"/>
              <a:gd name="connsiteY0" fmla="*/ 6598375 h 6863661"/>
              <a:gd name="connsiteX1" fmla="*/ 262456 w 12194479"/>
              <a:gd name="connsiteY1" fmla="*/ 6860831 h 6863661"/>
              <a:gd name="connsiteX2" fmla="*/ 11932023 w 12194479"/>
              <a:gd name="connsiteY2" fmla="*/ 6860831 h 6863661"/>
              <a:gd name="connsiteX3" fmla="*/ 12194479 w 12194479"/>
              <a:gd name="connsiteY3" fmla="*/ 6598375 h 6863661"/>
              <a:gd name="connsiteX4" fmla="*/ 12194479 w 12194479"/>
              <a:gd name="connsiteY4" fmla="*/ 6863661 h 6863661"/>
              <a:gd name="connsiteX5" fmla="*/ 0 w 12194479"/>
              <a:gd name="connsiteY5" fmla="*/ 6863661 h 6863661"/>
              <a:gd name="connsiteX6" fmla="*/ 0 w 12194479"/>
              <a:gd name="connsiteY6" fmla="*/ 0 h 6863661"/>
              <a:gd name="connsiteX7" fmla="*/ 12194479 w 12194479"/>
              <a:gd name="connsiteY7" fmla="*/ 0 h 6863661"/>
              <a:gd name="connsiteX8" fmla="*/ 12194479 w 12194479"/>
              <a:gd name="connsiteY8" fmla="*/ 265287 h 6863661"/>
              <a:gd name="connsiteX9" fmla="*/ 11932023 w 12194479"/>
              <a:gd name="connsiteY9" fmla="*/ 2831 h 6863661"/>
              <a:gd name="connsiteX10" fmla="*/ 262456 w 12194479"/>
              <a:gd name="connsiteY10" fmla="*/ 2831 h 6863661"/>
              <a:gd name="connsiteX11" fmla="*/ 0 w 12194479"/>
              <a:gd name="connsiteY11" fmla="*/ 265287 h 6863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4479" h="6863661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09692" y="6356350"/>
            <a:ext cx="2743200" cy="365125"/>
          </a:xfrm>
        </p:spPr>
        <p:txBody>
          <a:bodyPr/>
          <a:lstStyle>
            <a:lvl1pPr algn="ctr">
              <a:defRPr b="1"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9Slide.vn - 2019">
            <a:extLst>
              <a:ext uri="{FF2B5EF4-FFF2-40B4-BE49-F238E27FC236}">
                <a16:creationId xmlns:a16="http://schemas.microsoft.com/office/drawing/2014/main" id="{2E2EF8C9-F38D-9516-1D87-18E6996ECB8C}"/>
              </a:ext>
            </a:extLst>
          </p:cNvPr>
          <p:cNvSpPr txBox="1"/>
          <p:nvPr userDrawn="1"/>
        </p:nvSpPr>
        <p:spPr>
          <a:xfrm>
            <a:off x="0" y="-1543110"/>
            <a:ext cx="12192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2000">
                <a:solidFill>
                  <a:srgbClr val="C3C3C3"/>
                </a:solidFill>
              </a:rPr>
              <a:t>www.9slide.vn</a:t>
            </a:r>
            <a:endParaRPr lang="en-VN" sz="2000">
              <a:solidFill>
                <a:srgbClr val="C3C3C3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7EE0CA-0453-9B47-838C-B39080F57770}" type="datetime3">
              <a:rPr lang="en-US" smtClean="0"/>
              <a:t>31 March 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Copyrights 2024 CE-UIT.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F631ED36-F92A-CE11-0084-292D548DE0CF}"/>
              </a:ext>
            </a:extLst>
          </p:cNvPr>
          <p:cNvSpPr/>
          <p:nvPr userDrawn="1"/>
        </p:nvSpPr>
        <p:spPr>
          <a:xfrm>
            <a:off x="0" y="1418"/>
            <a:ext cx="12194479" cy="6863661"/>
          </a:xfrm>
          <a:custGeom>
            <a:avLst/>
            <a:gdLst>
              <a:gd name="connsiteX0" fmla="*/ 0 w 12194479"/>
              <a:gd name="connsiteY0" fmla="*/ 6598375 h 6863661"/>
              <a:gd name="connsiteX1" fmla="*/ 262456 w 12194479"/>
              <a:gd name="connsiteY1" fmla="*/ 6860831 h 6863661"/>
              <a:gd name="connsiteX2" fmla="*/ 11932023 w 12194479"/>
              <a:gd name="connsiteY2" fmla="*/ 6860831 h 6863661"/>
              <a:gd name="connsiteX3" fmla="*/ 12194479 w 12194479"/>
              <a:gd name="connsiteY3" fmla="*/ 6598375 h 6863661"/>
              <a:gd name="connsiteX4" fmla="*/ 12194479 w 12194479"/>
              <a:gd name="connsiteY4" fmla="*/ 6863661 h 6863661"/>
              <a:gd name="connsiteX5" fmla="*/ 0 w 12194479"/>
              <a:gd name="connsiteY5" fmla="*/ 6863661 h 6863661"/>
              <a:gd name="connsiteX6" fmla="*/ 0 w 12194479"/>
              <a:gd name="connsiteY6" fmla="*/ 0 h 6863661"/>
              <a:gd name="connsiteX7" fmla="*/ 12194479 w 12194479"/>
              <a:gd name="connsiteY7" fmla="*/ 0 h 6863661"/>
              <a:gd name="connsiteX8" fmla="*/ 12194479 w 12194479"/>
              <a:gd name="connsiteY8" fmla="*/ 265287 h 6863661"/>
              <a:gd name="connsiteX9" fmla="*/ 11932023 w 12194479"/>
              <a:gd name="connsiteY9" fmla="*/ 2831 h 6863661"/>
              <a:gd name="connsiteX10" fmla="*/ 262456 w 12194479"/>
              <a:gd name="connsiteY10" fmla="*/ 2831 h 6863661"/>
              <a:gd name="connsiteX11" fmla="*/ 0 w 12194479"/>
              <a:gd name="connsiteY11" fmla="*/ 265287 h 6863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4479" h="6863661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0" r:id="rId3"/>
    <p:sldLayoutId id="2147483664" r:id="rId4"/>
    <p:sldLayoutId id="2147483663" r:id="rId5"/>
    <p:sldLayoutId id="2147483662" r:id="rId6"/>
    <p:sldLayoutId id="2147483661" r:id="rId7"/>
    <p:sldLayoutId id="2147483652" r:id="rId8"/>
    <p:sldLayoutId id="2147483653" r:id="rId9"/>
    <p:sldLayoutId id="2147483654" r:id="rId10"/>
    <p:sldLayoutId id="2147483655" r:id="rId11"/>
    <p:sldLayoutId id="2147483666" r:id="rId12"/>
    <p:sldLayoutId id="2147483665" r:id="rId13"/>
    <p:sldLayoutId id="2147483656" r:id="rId14"/>
    <p:sldLayoutId id="2147483657" r:id="rId15"/>
    <p:sldLayoutId id="2147483658" r:id="rId16"/>
    <p:sldLayoutId id="2147483659" r:id="rId17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[TÊN KHÓA LUẬN] — Trình mô phỏng SoC RISC-V trên nền web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 wrap="square"/>
          <a:lstStyle/>
          <a:p>
            <a:pPr/>
            <a:r>
              <a:t>Khóa luận tốt nghiệp — ngành Kỹ thuật Máy tính, Trường ĐH CNTT (UIT)</a:t>
            </a:r>
          </a:p>
          <a:p>
            <a:pPr/>
            <a:r>
              <a:t>GVHD: [điền tên GVHD]</a:t>
            </a:r>
          </a:p>
          <a:p>
            <a:pPr/>
            <a:r>
              <a:t>SV1: [Họ tên] — [MSSV]   |   SV2: [Họ tên] — [MSSV]</a:t>
            </a:r>
          </a:p>
          <a:p>
            <a:pPr/>
            <a:r>
              <a:t>BÁO CÁO PHẢN BIỆN — Tháng 06/2026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Nội dung báo cáo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01 — Tổng quan đề tài nghiên cứu</a:t>
            </a:r>
          </a:p>
          <a:p>
            <a:pPr/>
            <a:r>
              <a:t>02 — Giải pháp đề xuất của đề tài</a:t>
            </a:r>
          </a:p>
          <a:p>
            <a:pPr/>
            <a:r>
              <a:t>03 — Kết quả của giải pháp đề xuất</a:t>
            </a:r>
          </a:p>
          <a:p>
            <a:pPr/>
            <a:r>
              <a:t>04 — Kết luận và hướng phát triển</a:t>
            </a:r>
          </a:p>
          <a:p>
            <a:pPr/>
            <a:r>
              <a:t>Tài liệu tham khảo · 05 — Hỏi &amp; Đáp · Phụ lục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TỔNG QUAN ĐỀ TÀI NGHIÊN CỨU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PHẦN 01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Bối cảnh &amp; vấn đề cần giải quyết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Học Kiến trúc máy tính cần quan sát luồng dữ liệu xuyên suốt SoC: CPU, bộ nhớ, cache, MMU, bus, DMA, ngoại vi</a:t>
            </a:r>
          </a:p>
          <a:p>
            <a:pPr/>
            <a:r>
              <a:t>Công cụ phổ biến (RARS, Ripes) mạnh về CPU/pipeline nhưng ít trực quan hóa cả SoC (MMU, cache phân cấp, TileLink, DMA, ngoại vi MMIO)</a:t>
            </a:r>
          </a:p>
          <a:p>
            <a:pPr/>
            <a:r>
              <a:t>Mô phỏng SoC đầy đủ (Spike, gem5) cài đặt phức tạp, không chạy trực tiếp trên trình duyệt</a:t>
            </a:r>
          </a:p>
          <a:p>
            <a:pPr/>
            <a:r>
              <a:t>Vấn đề: thiếu công cụ chạy ngay trên web, trực quan toàn SoC, phục vụ dạy/học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Khảo sát công cụ hiện có &amp; Tính mới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So sánh RARS / Ripes / QtRvSim / Spike: phạm vi mô phỏng, mức trực quan, khả năng chạy web (bảng chi tiết ở Phụ lục)</a:t>
            </a:r>
          </a:p>
          <a:p>
            <a:pPr/>
            <a:r>
              <a:t>Kế thừa &amp; khác biệt với KLTN trước (Nguyễn Gia Bảo Ngọc 2025 — Phát triển trình mô phỏng SoC)</a:t>
            </a:r>
          </a:p>
          <a:p>
            <a:pPr/>
            <a:r>
              <a:t>Tính mới: chạy 100% trên trình duyệt, không cài đặt</a:t>
            </a:r>
          </a:p>
          <a:p>
            <a:pPr/>
            <a:r>
              <a:t>Trực quan hóa datapath SỐNG: sơ đồ bus động, log đa-module, bảng TLB/cache thời gian thực</a:t>
            </a:r>
          </a:p>
          <a:p>
            <a:pPr/>
            <a:r>
              <a:t>Tích hợp assembler + CPU + SoC trong một công cụ thống nhất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Mục tiêu &amp; Phạm vi (nêu trung thực)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Mục tiêu: assembler + CPU RV32IMF + MMU + cache L1/L2 + bus TileLink UL/UH + DMA + ngoại vi, chạy web &amp; trực quan hóa</a:t>
            </a:r>
          </a:p>
          <a:p>
            <a:pPr/>
            <a:r>
              <a:t>Phạm vi trung thực: RV32IMF là TẬP CON; chưa có CSR/đặc quyền/ngắt (ngoại vi polling); fence chỉ mã hóa; FPU chưa đủ FCSR/fflags/frm</a:t>
            </a:r>
          </a:p>
          <a:p>
            <a:pPr/>
            <a:r>
              <a:t>TileLink chỉ kênh A/D mức giao dịch (UL+UH), không B/C/E, không coherence; bus một-giao-dịch</a:t>
            </a:r>
          </a:p>
          <a:p>
            <a:pPr/>
            <a:r>
              <a:t>AMOADD.W là lệnh RV32A duy nhất (ngoài tên đề tài); MMU tối giản 4KB fully-associative; CAN ở mức frame (tạm gác)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GIẢI PHÁP ĐỀ XUẤT CỦA ĐỀ TÀI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PHẦN 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Kiến trúc tổng thể SoC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Chuỗi datapath: CPU → MMU → Cache L1/L2 → TileLink-UH → Main Memory; nhánh ngoại vi qua cầu nối UH→UL</a:t>
            </a:r>
          </a:p>
          <a:p>
            <a:pPr/>
            <a:r>
              <a:t>Memory map: RAM; LED 0xFF000000; UART 0x10000000; mouse 0xFF100000; keyboard 0xFFFF0000; DMA regs 0xFFED0000</a:t>
            </a:r>
          </a:p>
          <a:p>
            <a:pPr/>
            <a:r>
              <a:t>Mô hình mô phỏng theo chu kỳ (tick); đồng bộ thiết bị bằng thăm dò (polling) vì chưa có ngắt</a:t>
            </a:r>
          </a:p>
          <a:p>
            <a:pPr/>
            <a:r>
              <a:t>(Chèn hình sơ đồ khối SoC: figures/fig_3_2_soc_simulator_architecture.svg)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CPU RV32IMF &amp; Assembler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Assembler two-pass: xử lý nhãn (tiến/lùi), pseudo-instruction (li, la, call, ret), directive dữ liệu (.word/.byte/.asciiz)</a:t>
            </a:r>
          </a:p>
          <a:p>
            <a:pPr/>
            <a:r>
              <a:t>Bảng opcode DÙNG CHUNG (isa.js) cho assembler + CPU + tô màu CodeMirror → nhất quán 100%</a:t>
            </a:r>
          </a:p>
          <a:p>
            <a:pPr/>
            <a:r>
              <a:t>CPU: chu trình fetch–decode–execute; hỗ trợ nhóm I/M/F; máy trạng thái CPU–bộ nhớ</a:t>
            </a:r>
          </a:p>
          <a:p>
            <a:pPr/>
            <a:r>
              <a:t>(Chèn hình: fig_4_1_two_pass_assembler.svg, fig_4_3_rv32imf_cpu_core.svg)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MMU &amp; Cache phân cấp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MMU: dịch VA→PA, identity fallback khi chưa map; TLB 8 entry fully-associative LRU; kiểm tra quyền R/W/X/cacheable; map/unmap qua syscall</a:t>
            </a:r>
          </a:p>
          <a:p>
            <a:pPr/>
            <a:r>
              <a:t>Cache: L1I/L1D 16 set × 4 way, L2 64 set × 4 way, block 64B, write-through, LRU</a:t>
            </a:r>
          </a:p>
          <a:p>
            <a:pPr/>
            <a:r>
              <a:t>Vùng MMIO non-cacheable được bypass để ghi thiết bị có hiệu lực ngay</a:t>
            </a:r>
          </a:p>
          <a:p>
            <a:pPr/>
            <a:r>
              <a:t>(Chèn hình: fig_4_5_mmu_translation_path.svg, fig_4_6_cache_hierarchy.svg)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 TileLink (UL/UH) &amp; DMA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TileLink: kênh A (yêu cầu) / D (phản hồi) mức giao dịch; cầu nối UH↔UL hai chiều; burst đa-beat (beat là lũy thừa 2)</a:t>
            </a:r>
          </a:p>
          <a:p>
            <a:pPr/>
            <a:r>
              <a:t>DMA: descriptor 3-word (src/dst/config), FIFO đọc và ghi độc lập, copy RAM↔RAM hoặc RAM→ngoại vi</a:t>
            </a:r>
          </a:p>
          <a:p>
            <a:pPr/>
            <a:r>
              <a:t>Backpressure (canAcceptTx): khi FIFO TX đầy thì DMA giữ giao dịch, không làm mất byte</a:t>
            </a:r>
          </a:p>
          <a:p>
            <a:pPr/>
            <a:r>
              <a:t>(Chèn hình: fig_4_7_tilelink_a_d_frame.svg, fig_4_10_dma_transfer_flow.svg)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Ngoại vi &amp; Giao diện web trực quan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Ngoại vi MMIO: UART (baud theo divisor), LED Matrix 32×32 (VRAM), mouse, keyboard — tất cả đọc bằng polling</a:t>
            </a:r>
          </a:p>
          <a:p>
            <a:pPr/>
            <a:r>
              <a:t>Giao diện web: trình soạn thảo + gợi ý lệnh, bảng thanh ghi/bộ nhớ, sơ đồ SoC 'sống', bảng cache/TLB</a:t>
            </a:r>
          </a:p>
          <a:p>
            <a:pPr/>
            <a:r>
              <a:t>Bảng log hệ thống lọc theo module: CPU / MMU / cache / TileLink / DMA / I/O</a:t>
            </a:r>
          </a:p>
          <a:p>
            <a:pPr/>
            <a:r>
              <a:t>Chạy trực tiếp trên trình duyệt, không cần cài đặt — (chèn ảnh giao diện)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KẾT QUẢ CỦA GIẢI PHÁP ĐỀ XUẤT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PHẦN 03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Phương pháp kiểm chứng — 3 lớp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104390"/>
            <a:ext cx="11277600" cy="1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/>
              <a:t>Lớp 1 — Kiểm thử đơn vị/khối bằng Node.js cho từng mô-đun (assembler, CPU-F, MMU, cache, TileLink, DMA, UART, log)</a:t>
            </a:r>
          </a:p>
          <a:p>
            <a:pPr/>
            <a:r>
              <a:rPr sz="1300"/>
              <a:t>Lớp 2 — Đối chiếu MÃ HÓA lệnh với GNU binutils trên bộ chuẩn quốc tế riscv-tests</a:t>
            </a:r>
          </a:p>
          <a:p>
            <a:pPr/>
            <a:r>
              <a:rPr sz="1300"/>
              <a:t>Lớp 3 — Đối chiếu THỰC THI trên Spike (mô phỏng tham chiếu chính thức của RISC-V)</a:t>
            </a:r>
          </a:p>
        </p:txBody>
      </p:sp>
      <p:pic>
        <p:nvPicPr>
          <p:cNvPr id="4" name="Picture 3" descr="fig_5_1_verification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0613" y="3574390"/>
            <a:ext cx="4690773" cy="283361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Kết quả mô phỏng (định lượng)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14/14 script kiểm thử đơn vị PASS — chạy lại trực tiếp 14/06/2026</a:t>
            </a:r>
          </a:p>
          <a:p>
            <a:pPr/>
            <a:r>
              <a:t>Đối chiếu GNU binutils: 61 file ELF, 17.978 lệnh khớp, 0 mismatch; 1.456 lệnh CSR/đặc quyền (ngoài phạm vi) skip</a:t>
            </a:r>
          </a:p>
          <a:p>
            <a:pPr/>
            <a:r>
              <a:t>Đối chiếu Spike: 61/61 ELF pass (ISA RV32IMF_zicclsm)</a:t>
            </a:r>
          </a:p>
          <a:p>
            <a:pPr/>
            <a:r>
              <a:t>Cả 3 lớp tái lập được ngay trên máy demo (script Node tự bắc cầu sang WSL)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Kết quả hiển thị / Demo thực tế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LED Matrix: tô gradient 32×32; DMA tô hàng LED trong khi CPU tính toán song song</a:t>
            </a:r>
          </a:p>
          <a:p>
            <a:pPr/>
            <a:r>
              <a:t>UART ← DMA: phát đủ 65/65 byte, 0 byte mất nhờ backpressure (fill → stall → drain)</a:t>
            </a:r>
          </a:p>
          <a:p>
            <a:pPr/>
            <a:r>
              <a:t>MMU: bảng TLB cập nhật trực tiếp, VA 0x5020 dịch sang PA 0x10010020</a:t>
            </a:r>
          </a:p>
          <a:p>
            <a:pPr/>
            <a:r>
              <a:t>Sơ đồ SoC 'sống': nhiều đường bus active đồng thời, badge đếm giao dịch tăng — (chèn ảnh/video demo)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KẾT LUẬN VÀ HƯỚNG PHÁT TRIỂN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PHẦN 04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Kết luận &amp; Đóng góp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Hoàn thiện công cụ mô phỏng SoC RISC-V chạy trên web, trực quan hóa toàn bộ datapath</a:t>
            </a:r>
          </a:p>
          <a:p>
            <a:pPr/>
            <a:r>
              <a:t>Kiểm chứng 3 lớp với công cụ chuẩn quốc tế (GNU binutils + Spike) — 0 sai</a:t>
            </a:r>
          </a:p>
          <a:p>
            <a:pPr/>
            <a:r>
              <a:t>Đóng góp: công cụ dạy/học Kiến trúc máy tính &amp; Hệ điều hành; mã nguồn mở; kỷ luật về tính trung thực phạm vi</a:t>
            </a:r>
          </a:p>
          <a:p>
            <a:pPr/>
            <a:r>
              <a:t>Hạn chế trung thực: chưa có IRQ/CSR/đặc quyền; TileLink chưa coherence; FPU chưa đủ rounding-mode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Hướng phát triển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Bổ sung ngắt (IRQ) và chế độ đặc quyền/CSR (satp, trap, page-walk phần cứng)</a:t>
            </a:r>
          </a:p>
          <a:p>
            <a:pPr/>
            <a:r>
              <a:t>Mở rộng TileLink: kênh B/C/E, coherence TL-C, phân xử đa master</a:t>
            </a:r>
          </a:p>
          <a:p>
            <a:pPr/>
            <a:r>
              <a:t>Hoàn thiện FPU (FCSR/fflags/frm); mở rộng CAN (CRC, ACK, arbitration bit-level)</a:t>
            </a:r>
          </a:p>
          <a:p>
            <a:pPr/>
            <a:r>
              <a:t>Trực quan hóa pipeline; bổ sung benchmark định lượng hiệu năng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Phân công công việc &amp; Tài liệu tham khảo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Phân công Lộc / Khang theo từng mô-đun và giai đoạn (Bảng 1.3) — phục vụ tiêu chí lập kế hoạch/quản lý (LO7)</a:t>
            </a:r>
          </a:p>
          <a:p>
            <a:pPr/>
            <a:r>
              <a:t>Tiến độ thực hiện theo các mốc thời gian</a:t>
            </a:r>
          </a:p>
          <a:p>
            <a:pPr/>
            <a:r>
              <a:t>Tài liệu tham khảo chính: RISC-V ISA Spec, TileLink Spec, riscv-tests, Spike, M_CAN manual, GNU binutils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HỎI &amp; ĐÁP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PHẦN 05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Phụ lục — Phòng thủ câu hỏi phản biện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Vì sao chọn TileLink mà không phải AXI/Wishbone?</a:t>
            </a:r>
          </a:p>
          <a:p>
            <a:pPr/>
            <a:r>
              <a:t>Vì sao dùng polling mà không có ngắt? (đúng phạm vi đề tài)</a:t>
            </a:r>
          </a:p>
          <a:p>
            <a:pPr/>
            <a:r>
              <a:t>fcvt.w.s(6.5)=7 vì chưa có rounding-mode/FCSR — giải thích trung thực</a:t>
            </a:r>
          </a:p>
          <a:p>
            <a:pPr/>
            <a:r>
              <a:t>a0≠0 ở vài demo là DỮ LIỆU (tổng/giá trị), không phải mã lỗi</a:t>
            </a:r>
          </a:p>
          <a:p>
            <a:pPr/>
            <a:r>
              <a:t>Class MMU hỗ trợ set/way nhưng cấu hình SoC hardcode fully-associative</a:t>
            </a:r>
          </a:p>
          <a:p>
            <a:pPr/>
            <a:r>
              <a:t>Vì sao đối chiếu GNU/Spike là đáng tin (bộ chuẩn cộng đồng)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CE Green v2">
      <a:dk1>
        <a:srgbClr val="000000"/>
      </a:dk1>
      <a:lt1>
        <a:srgbClr val="FFFFFF"/>
      </a:lt1>
      <a:dk2>
        <a:srgbClr val="455F51"/>
      </a:dk2>
      <a:lt2>
        <a:srgbClr val="E3DED1"/>
      </a:lt2>
      <a:accent1>
        <a:srgbClr val="549E39"/>
      </a:accent1>
      <a:accent2>
        <a:srgbClr val="0071FF"/>
      </a:accent2>
      <a:accent3>
        <a:srgbClr val="38EF7D"/>
      </a:accent3>
      <a:accent4>
        <a:srgbClr val="029676"/>
      </a:accent4>
      <a:accent5>
        <a:srgbClr val="F5AF19"/>
      </a:accent5>
      <a:accent6>
        <a:srgbClr val="F12711"/>
      </a:accent6>
      <a:hlink>
        <a:srgbClr val="6B9F25"/>
      </a:hlink>
      <a:folHlink>
        <a:srgbClr val="BA6906"/>
      </a:folHlink>
    </a:clrScheme>
    <a:fontScheme name="Times New Roman-Arial">
      <a:maj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3">
            <a:lumMod val="50000"/>
          </a:schemeClr>
        </a:solidFill>
        <a:ln>
          <a:noFill/>
        </a:ln>
      </a:spPr>
      <a:bodyPr rtlCol="0" anchor="ctr"/>
      <a:lstStyle>
        <a:defPPr algn="ctr">
          <a:defRPr dirty="0">
            <a:solidFill>
              <a:schemeClr val="accent4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2225" cap="rnd">
          <a:solidFill>
            <a:schemeClr val="accent3">
              <a:lumMod val="50000"/>
            </a:schemeClr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lnSpc>
            <a:spcPct val="130000"/>
          </a:lnSpc>
          <a:spcBef>
            <a:spcPts val="300"/>
          </a:spcBef>
          <a:spcAft>
            <a:spcPts val="300"/>
          </a:spcAft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9Slide.vn</Template>
  <TotalTime>2983</TotalTime>
  <Words>413</Words>
  <Application>Microsoft Macintosh PowerPoint</Application>
  <PresentationFormat>Widescreen</PresentationFormat>
  <Paragraphs>73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Times New Roman</vt:lpstr>
      <vt:lpstr>Office Theme</vt:lpstr>
      <vt:lpstr>TÊN KHÓA LUẬN</vt:lpstr>
      <vt:lpstr>Nội dung báo cáo</vt:lpstr>
      <vt:lpstr>TỔNG QUAN ĐỀ TÀI NGHIÊN CỨU</vt:lpstr>
      <vt:lpstr>1. Tổng quan đề tài nghiên cứu</vt:lpstr>
      <vt:lpstr>GIẢI PHÁP ĐỀ XUẤT CỦA ĐỀ TÀI</vt:lpstr>
      <vt:lpstr>2. Giải pháp đề xuất của đề tài</vt:lpstr>
      <vt:lpstr>2. Giải pháp đề xuất của đề tài</vt:lpstr>
      <vt:lpstr>KẾT QUẢ CỦA GIẢI PHÁP ĐỀ XUẤT</vt:lpstr>
      <vt:lpstr>3. Kết quả của giải pháp đề xuất</vt:lpstr>
      <vt:lpstr>3. Kết quả của giải pháp đề xuất</vt:lpstr>
      <vt:lpstr>KẾT LUẬN VÀ HƯỚNG PHÁT TRIỂN CỦA ĐỀ TÀI</vt:lpstr>
      <vt:lpstr>4. Kết luận và hướng phát triển của đề tài</vt:lpstr>
      <vt:lpstr>Tài liệu tham khảo</vt:lpstr>
      <vt:lpstr>HỎI VÀ ĐÁP</vt:lpstr>
      <vt:lpstr>Phụ lục (nếu có)</vt:lpstr>
    </vt:vector>
  </TitlesOfParts>
  <Manager>9Slide.vn</Manager>
  <Company>9Slide.vn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9Slide.vn</dc:title>
  <dc:subject>9Slide.vn</dc:subject>
  <dc:creator/>
  <dc:description>9Slide.vn</dc:description>
  <cp:lastModifiedBy>Trần Hoàng Lộc</cp:lastModifiedBy>
  <cp:revision>651</cp:revision>
  <dcterms:created xsi:type="dcterms:W3CDTF">2022-06-26T12:27:32Z</dcterms:created>
  <dcterms:modified xsi:type="dcterms:W3CDTF">2024-03-31T16:12:12Z</dcterms:modified>
  <cp:category>9Slide.vn</cp:category>
</cp:coreProperties>
</file>