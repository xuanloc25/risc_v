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70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CAN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F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trình mô phỏng SoC RISC-V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7784" y="2788920"/>
            <a:ext cx="1078992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8C9BA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557784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36776" y="27889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9BA5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47672" y="2788920"/>
            <a:ext cx="1078992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8C9BA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947672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26664" y="27889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9BA5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788920"/>
            <a:ext cx="1078992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8C9BA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3337560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TileLink-UH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16552" y="27889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9BA5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27448" y="2788920"/>
            <a:ext cx="1078992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8C9BA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4727448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7889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9BA5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17336" y="2788920"/>
            <a:ext cx="1078992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8C9BA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117336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TileLink-UL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96328" y="27889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9BA5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07224" y="2788920"/>
            <a:ext cx="1078992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7507224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3C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controller mức frame/message qua MMIO  ·  0xFF200000  ·  TileLink-UL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là gì?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gốc: </a:t>
            </a:r>
            <a:r>
              <a:rPr lang="en-US" sz="13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phát triển cho ô tô; CAN Specification 2.0 (1991), chuẩn hóa ISO 11898.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Message-based: </a:t>
            </a:r>
            <a:r>
              <a:rPr lang="en-US" sz="13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mang CAN ID 11 bit — ID vừa là ý nghĩa dữ liệu, vừa là độ ưu tiên.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Multi-master, broadcast: </a:t>
            </a:r>
            <a:r>
              <a:rPr lang="en-US" sz="13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nào cũng phát được khi bus rảnh; mọi node tự lọc frame theo ID.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không phá hủy (Non-destructive arbitration): </a:t>
            </a:r>
            <a:r>
              <a:rPr lang="en-US" sz="130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dominant (0) thắng recessive (1) → ID nhỏ hơn ưu tiên cao hơn.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cậy cao: </a:t>
            </a:r>
            <a:r>
              <a:rPr lang="en-US" sz="13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15 bit, ACK slot, bit stuffing, error counters.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0635" y="4667564"/>
            <a:ext cx="7818120" cy="32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Ranh giới mô phỏng của đề tài: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</a:t>
            </a:r>
            <a:r>
              <a:rPr lang="en-US" sz="125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đọc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trên </a:t>
            </a:r>
            <a:r>
              <a:rPr lang="en-US" sz="125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dây -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đọc/ghi thanh ghi của CAN controller</a:t>
            </a:r>
            <a:r>
              <a:rPr lang="en-US" sz="125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0" y="1143000"/>
            <a:ext cx="8229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5669280" y="1143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0" y="1600200"/>
            <a:ext cx="0" cy="777240"/>
          </a:xfrm>
          <a:prstGeom prst="line">
            <a:avLst/>
          </a:prstGeom>
          <a:noFill/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6766560" y="1143000"/>
            <a:ext cx="8229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6766560" y="1143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8040" y="1600200"/>
            <a:ext cx="0" cy="777240"/>
          </a:xfrm>
          <a:prstGeom prst="line">
            <a:avLst/>
          </a:prstGeom>
          <a:noFill/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7863840" y="1143000"/>
            <a:ext cx="8229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7863840" y="1143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0" cy="777240"/>
          </a:xfrm>
          <a:prstGeom prst="line">
            <a:avLst/>
          </a:prstGeom>
          <a:noFill/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329184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5532120" y="2505456"/>
            <a:ext cx="329184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CAN_H / CAN_L (cặp dây vi sai)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2350008"/>
            <a:ext cx="128016" cy="182880"/>
          </a:xfrm>
          <a:prstGeom prst="rect">
            <a:avLst/>
          </a:prstGeom>
          <a:solidFill>
            <a:srgbClr val="36454F"/>
          </a:solidFill>
          <a:ln w="635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8695944" y="2350008"/>
            <a:ext cx="128016" cy="182880"/>
          </a:xfrm>
          <a:prstGeom prst="rect">
            <a:avLst/>
          </a:prstGeom>
          <a:solidFill>
            <a:srgbClr val="36454F"/>
          </a:solidFill>
          <a:ln w="635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53949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120Ω hai đầu bus · mọi node cùng thấy frame, lọc theo 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mô hình trong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27432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ID 11 bit (0x000–0x7FF)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0–8, payload tối đa 8 byte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TX mailbox + 1 RX mailbox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— tự nhận frame mình phát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Cờ ERROR + lệnh CLEAR_ERROR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frame nhận từ giao diện web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3977640" cy="27432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9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(CAN_H/CAN_L, transceiver)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stuffing, CRC, ACK slot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bit-level (chỉ có 1 node)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ID 29 bit, CAN FD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Ngắt — toàn hệ thống dùng polling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Vị trí CAN trong SoC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24688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716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/ sw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9786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704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52704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cacheable=false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7802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0720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280720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5818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8736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408736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TileLink-UH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tốc độ cao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3834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6752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536752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578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UH → UL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1850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47688" y="1234440"/>
            <a:ext cx="969264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664768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TileLink-UL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ngoại vi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98664" y="12344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27848" y="1234440"/>
            <a:ext cx="969264" cy="566928"/>
          </a:xfrm>
          <a:prstGeom prst="rect">
            <a:avLst/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Text 26"/>
          <p:cNvSpPr/>
          <p:nvPr/>
        </p:nvSpPr>
        <p:spPr>
          <a:xfrm>
            <a:off x="7927848" y="12344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1812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0xFF200000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0xFF200000–0xFF2000FF  ·  256 byte  ·  non-cacheable  ·  TileLink-UL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2880360"/>
            <a:ext cx="8229600" cy="16002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731520" y="3108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lệnh sw/lw tới vùng CAN đi qua đủ các tầng: MMU đánh dấu non-cacheable → dữ liệu bỏ qua cache → TileLink-UH → cầu nối → TileLink-UL → endpoint CAN, rồi AccessAck/AccessAckData quay về CPU.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CAN chứng minh toàn bộ đường ngoại vi của SoC hoạt động — từ CPU xuống thiết bị.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thanh ghi (register map)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1089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Thanh ghi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Quyền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 EN · bit1 SOFT_RESET · bit2 LOOPBACK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 TX_READY · bit1 RX_AVAILABLE · bit2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11 bit của frame phát (0x000–0x7FF)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TX_DLC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byte dữ liệu, hợp lệ 0–8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0x28 / 0x2C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TX_DATA0/1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byte 0–3 / 4–7 (little-endian)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 SEND · bit1 CLEAR_ERROR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0x40 / 0x44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RX_ID / RX_DLC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và DLC của frame trong RX mailbox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0x48 / 0x4C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RX_DATA0/1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của frame nhận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RX_POP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1 → xóa frame, giải phóng RX mailbox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 little-endian:  11 22 33 44 55 66 77 88  →  TX_DATA0 = 0x44332211   TX_DATA1 = 0x88776655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hoạt động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324612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phát (TX)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CTRL = EN | LOOPBACK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TX_ID, TX_DLC, TX_DATA0/1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CMD.SEND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kiểm tra: EN bật, ID ≤ 0x7FF, DLC ≤ 8 — vi phạm → ERROR, không phát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bật → frame được đưa ngược về RX mailbox (tự test với 1 node)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3977640" cy="13716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nhận (RX)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89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STATUS.RX_AVAILABLE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RX_ID, RX_DLC, RX_DATA0/1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RX_POP = 1 → giải phóng mailbox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606040"/>
            <a:ext cx="3977640" cy="155448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tắc lỗi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mailbox giữ đúng 1 frame: mailbox đầy → frame mới bị từ chối, ERROR bật, frame cũ giữ nguyên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là cờ sticky — xóa bằng CMD.CLEAR_ERROR hoặc CTRL.SOFT_RESET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Loopback bằng chương trình assembly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32004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bước thao tác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test/can_loopback.asm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tab I/O, quan sát card CAN Controller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hoặc STEP và dừng ngay sau CMD.SEND để thấy frame đang nằm trong RX mailbox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tự poll, đọc lại 4 thanh ghi RX, so sánh từng giá trị rồi RX_POP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3977640" cy="320040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Kỳ vọng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TX frame: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ID=0x123 DLC=8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DATA=11 22 33 44 55 66 77 88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sau khi chạy hết: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670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ON · LOOPBACK ON · TX_READY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RX_AVAILABLE OFF (đã pop) · ERROR 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3101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code:  a0 = 0  (a0 = 1..5 chỉ ra đúng bước bị sai)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demo: ID 0x123 · DLC 8 · payload 11 22 33 44 55 66 77 88 — CPU gửi rồi tự nhận lại qua loopback, so sánh từng thanh ghi.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&amp; 3 — Inject frame từ UI, lỗi mailbox đầy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352044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· Inject frame nhận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trên card CAN Controller (tab I/O):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hex: 321   DLC: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01 02 03   → bấm Inject RX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RX_AVAILABLE =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mailbox: STD ID=0x321 DLC=3 DATA=01 02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= mô phỏng node CAN bên ngoài gửi frame tới — không cần node thứ hai.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520440"/>
          </a:xfrm>
          <a:prstGeom prst="rect">
            <a:avLst/>
          </a:prstGeom>
          <a:solidFill>
            <a:srgbClr val="F2F4F5"/>
          </a:solidFill>
          <a:ln w="12700">
            <a:solidFill>
              <a:srgbClr val="DDE3E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3 · Tràn RX mailbox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tiếp một frame khi frame trước chưa được pop: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1938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“CAN rejected the frame because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RX mailbox is occupied.”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ON · frame cũ giữ nguyên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họa tràn buffer ở mức đơn giản nhất: RX mailbox chỉ giữ 1 frame nên phần mềm phải đọc và pop kịp thời.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</a:t>
            </a:r>
            <a:r>
              <a:rPr lang="en-US" sz="2600" b="1">
                <a:solidFill>
                  <a:srgbClr val="21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Log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solidFill>
            <a:srgbClr val="232B31"/>
          </a:solidFill>
          <a:ln w="12700">
            <a:solidFill>
              <a:srgbClr val="232B3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8E0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[MMU] REQUEST … va=0xff200000 -&gt; pa=0xff200000 cacheable=false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8E0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[L1D Cache] BYPASS_WRITE addr=0xff200000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8E0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[uh-to-ul-bridge] BRIDGE_DIRECT_WRITE TileLink-UH-&gt;TileLink-UL addr=0xff200000 data=0x5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8E0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[TileLink-UL] TileLink -&gt; CAN Controller DIRECT_WRITE addr=0xff200000 data=0x5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8E0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[TileLink-UL] CAN Controller -&gt; TileLink DIRECT_READ_DATA addr=0xff200004 data=3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cacheable=false + BYPASS_WRITE: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ghi thiết bị không bị đưa vào cache.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data=0x5 = EN | LOOPBACK: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ghi CTRL đi tới đúng thiết bị, qua bridge UH→UL.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data=3 = TX_READY | RX_AVAILABLE: </a:t>
            </a:r>
            <a:r>
              <a:rPr lang="en-US" sz="1250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đọc về đúng lúc vòng poll wait_rx thoát.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đi </a:t>
            </a:r>
            <a:r>
              <a:rPr lang="en-US" sz="1300" b="1" dirty="0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CPU qua MMU → UH → bridge → UL </a:t>
            </a:r>
            <a:r>
              <a:rPr lang="en-US" sz="1300" b="1">
                <a:solidFill>
                  <a:srgbClr val="21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Tham 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· Hạn chế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09928" y="10972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F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tham khảo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4625" y="1789355"/>
            <a:ext cx="26791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M_CAN User's Manual v3.3.1 — cấu trúc controller: Tx/Rx Buffer Element, loopback TEST.LBCK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CAN Specification 2.0 (1991) / ISO 11898-1 — lý thuyết giao thức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F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hướng phát triển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89120" y="1789355"/>
            <a:ext cx="26791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đa node, arbitration, bit-level — giới hạn chủ đích, ghi rõ trong báo cáo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nhiều node CAN ảo, mô hình lỗi chi tiết hơn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1313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Ngoai vi CAN trong trinh mo phong SoC RISC-V</dc:title>
  <dc:subject>PptxGenJS Presentation</dc:subject>
  <dc:creator>KLTN - SoC RISC-V Simulator</dc:creator>
  <cp:lastModifiedBy>Nguyễn Xuân Lộc</cp:lastModifiedBy>
  <cp:revision>9</cp:revision>
  <dcterms:created xsi:type="dcterms:W3CDTF">2026-06-11T12:12:15Z</dcterms:created>
  <dcterms:modified xsi:type="dcterms:W3CDTF">2026-06-11T13:02:18Z</dcterms:modified>
</cp:coreProperties>
</file>